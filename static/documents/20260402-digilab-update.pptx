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7" r:id="rId5"/>
    <p:sldId id="335" r:id="rId6"/>
    <p:sldId id="378" r:id="rId7"/>
    <p:sldId id="438" r:id="rId8"/>
    <p:sldId id="439" r:id="rId9"/>
    <p:sldId id="426" r:id="rId10"/>
    <p:sldId id="341" r:id="rId11"/>
    <p:sldId id="332" r:id="rId12"/>
    <p:sldId id="427" r:id="rId13"/>
    <p:sldId id="441" r:id="rId14"/>
    <p:sldId id="442" r:id="rId15"/>
    <p:sldId id="443" r:id="rId16"/>
    <p:sldId id="445" r:id="rId17"/>
    <p:sldId id="446" r:id="rId18"/>
    <p:sldId id="447" r:id="rId19"/>
    <p:sldId id="329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dracht en team" id="{CA6BCBF6-1C88-4557-9737-21C7B4B1B76E}">
          <p14:sldIdLst>
            <p14:sldId id="257"/>
            <p14:sldId id="335"/>
            <p14:sldId id="378"/>
            <p14:sldId id="438"/>
            <p14:sldId id="439"/>
            <p14:sldId id="426"/>
            <p14:sldId id="341"/>
            <p14:sldId id="332"/>
            <p14:sldId id="427"/>
            <p14:sldId id="441"/>
            <p14:sldId id="442"/>
            <p14:sldId id="443"/>
            <p14:sldId id="445"/>
            <p14:sldId id="446"/>
            <p14:sldId id="447"/>
          </p14:sldIdLst>
        </p14:section>
        <p14:section name="Afsluiting" id="{E0CBC379-8EA8-4341-808D-5CB2B48836E7}">
          <p14:sldIdLst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FDDC51-1952-02E5-AA4B-FE2A5787329A}" name="René" initials="R" userId="S::rene@renevendrig.nl::6409c6c1-9b39-4484-a4d6-b4d6eba8e870" providerId="AD"/>
  <p188:author id="{89F0B68B-0114-0E0F-EABE-27A5A339B573}" name="René Vendrig" initials="RV" userId="a1694714f31da7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292"/>
    <a:srgbClr val="0070C0"/>
    <a:srgbClr val="F9E21E"/>
    <a:srgbClr val="FFB713"/>
    <a:srgbClr val="FFFFFF"/>
    <a:srgbClr val="797979"/>
    <a:srgbClr val="5E5E5E"/>
    <a:srgbClr val="112F5C"/>
    <a:srgbClr val="00B0F0"/>
    <a:srgbClr val="4EB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7"/>
    <p:restoredTop sz="95036"/>
  </p:normalViewPr>
  <p:slideViewPr>
    <p:cSldViewPr snapToGrid="0">
      <p:cViewPr>
        <p:scale>
          <a:sx n="96" d="100"/>
          <a:sy n="96" d="100"/>
        </p:scale>
        <p:origin x="29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528949EA-EE02-887A-8C6B-3473EC4869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D8B179-C56C-A78D-6435-1A4407057A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0DC13-A57A-5A4A-ABAE-37CFB22F1FF1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E9FD811-F744-7526-66F8-D7723BBB38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8F686C-4517-B671-6754-A403DE1912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F4495-DA97-364F-9561-3020DD9C97F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55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BB16A-D929-554D-8D35-A358C3C5D94F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818A3-B556-7F4E-9CD5-E84A676666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92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4547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9BD3-B92C-2AE1-BAA5-43F39941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EB15E0F-6699-3CB3-66B1-97B4B4B6E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4B17D99-CDEB-C5DB-7331-AD901EF9D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7EA62A1-34FC-7ECE-B3D9-110992880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759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F6DF-89FE-2DA9-75C4-14C0D5F2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2862C-59D3-4E9C-127D-86F24BD2C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D7276-9D00-355D-91E5-3F0103F7A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BC802-D6DA-5DFD-E8FD-614570269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4230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7861-7F4C-DCA8-77D9-2F210BF9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B2044-D056-DA99-EF4F-723BFE86A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E8748-800D-B2D4-142A-D25EED150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7E9DC-3CE9-A0BF-33B9-3E7A0B51C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842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C7AA-5E6C-02DC-8902-4898760F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ECA7A-B9DA-DD0B-95F5-028D71F5D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1A4EF-6BB1-D841-6D8C-EF377F2E8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033B7-CE2C-4C70-2454-1739FBF2A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965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0CCB-12FF-C59B-6C24-90E29E2D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81D6542-EB23-4F03-27A3-CEF44BC3A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4FB8AB7-8FB2-597D-62F2-141E361C1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CEAFE7-C5BB-95F0-B34F-B297A7546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896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2543A-C099-407F-4270-0001CBD1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F3C6750-914E-55C5-1C45-4E44BD934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BB6155-5216-2CD7-E5E1-8DE0201CB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26888D3-C066-6145-8635-7891B8D83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926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9639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CE28-52EE-0ECC-FEC7-9BC0551B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8CC387-4651-A7A8-1056-F7071E2B9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483194D-7D5A-260F-4E1E-824E9E993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33AE396-942A-376D-D09E-47F11B18D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812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15F3-8D85-62CB-845E-3BCE9D99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7CD2AEC-DACA-0ADD-920F-DFF09322F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7FD8D39-D5DB-B342-1D20-2464E966A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CFD71A-94BD-3D15-0E1C-140EAD57C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616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1B38-18E3-0DCA-9E10-47D9E7CC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234E1E5-4ACF-6F40-8CE2-63BBDD32C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FC61C15-A46C-89EF-5D52-027351333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DB75B7-9276-24CE-92E1-33314152B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5271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697F-4F92-6F12-0E9B-C1F6E250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082629F-4685-8636-A230-5FECDD870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F6071D6-853D-8E0A-6702-0A7B6CF3E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590B0FC-DBAA-8294-0C89-9481810D9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3941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0F7A-E823-AAB1-11C3-C12635ED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140D3CB-5A1E-92EF-11D6-116A5A0AC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A1341F5-5B98-E6EB-1E42-BD457910A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1BD20F0-EB97-A797-F15B-649E3BCD6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9043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5B33-A6C9-FD20-CBC2-40C16C88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C487AB6-AB1A-D4A3-60D4-BE0CBD137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5304D85-381E-BA0F-4244-27CEAAFB4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61DDE1B-7B79-40A4-8FCA-56169FE0A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3985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84279-5D98-F885-038D-E87895B30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FA9C90A-66C9-8778-220C-7DDD18391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39B4365-D9E0-BE77-817D-D7C6DFA10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784EF02-C862-2400-B284-05AEB9672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7005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282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F03CA29-21D3-6A78-B138-584794F15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415246"/>
            <a:ext cx="7772400" cy="2442754"/>
          </a:xfrm>
          <a:prstGeom prst="rect">
            <a:avLst/>
          </a:prstGeom>
        </p:spPr>
      </p:pic>
      <p:sp>
        <p:nvSpPr>
          <p:cNvPr id="11" name="Rechthoek met aan één zijde afgeronde hoeken 10">
            <a:extLst>
              <a:ext uri="{FF2B5EF4-FFF2-40B4-BE49-F238E27FC236}">
                <a16:creationId xmlns:a16="http://schemas.microsoft.com/office/drawing/2014/main" id="{735C4261-F2B3-CD86-CB44-771D56D62D71}"/>
              </a:ext>
            </a:extLst>
          </p:cNvPr>
          <p:cNvSpPr/>
          <p:nvPr userDrawn="1"/>
        </p:nvSpPr>
        <p:spPr>
          <a:xfrm rot="5400000">
            <a:off x="4028283" y="-2143918"/>
            <a:ext cx="4135435" cy="10668002"/>
          </a:xfrm>
          <a:prstGeom prst="round2SameRect">
            <a:avLst/>
          </a:prstGeom>
          <a:solidFill>
            <a:srgbClr val="112F5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7C2C1-E6EB-ADE7-FBBA-AA3FD796D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effectLst/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F21E6CA-5C64-188E-D8F7-D1EA1D34A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EA7157-93FD-B56F-523D-93E8AF35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153330-A7F9-1858-B2A5-26E35B02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F8C818-EDF9-A786-65B3-F6667F4B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763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280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en object">
    <p:bg>
      <p:bgPr>
        <a:gradFill>
          <a:gsLst>
            <a:gs pos="0">
              <a:srgbClr val="797979"/>
            </a:gs>
            <a:gs pos="99000">
              <a:srgbClr val="92929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677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11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0E7B81F-EE72-2973-3590-AB72C554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0"/>
            <a:ext cx="7772400" cy="54885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6825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ekop (B)">
    <p:bg>
      <p:bgPr>
        <a:gradFill>
          <a:gsLst>
            <a:gs pos="0">
              <a:srgbClr val="4EB4D9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2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ekop (B)">
    <p:bg>
      <p:bgPr>
        <a:gradFill>
          <a:gsLst>
            <a:gs pos="0">
              <a:srgbClr val="929292"/>
            </a:gs>
            <a:gs pos="100000">
              <a:srgbClr val="5E5E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985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18D83-7C43-CB3C-F87B-DA58FB63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83A172-72E7-F92F-23DF-F4DBF065E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ED0A90C-386C-E11F-44A6-BB16F0F39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DAF539-52CB-AEE2-DFCF-CF7D55A1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5F5C216-DA75-B480-7F46-E0EE8C71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2AA76E-F837-E0E3-F8E0-FBE58343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051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EA873-C638-FE9A-6EC0-176023EC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2CDAE0-B125-8851-5F82-A76F32902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AA889B-43D9-C3C7-515A-49A41A66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F60833-82C6-9AB1-53B5-4AB3915AA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D74F9C6-729C-464F-ACBF-EA01E2894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EC7D596-F5C2-5EDF-1F42-5B053DE4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4F404FF-35FF-EF08-8BEB-5A4921AB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4697724-A5F0-BDA4-521B-987F158D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74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03CC8-3D42-8A73-9601-2C7C91A4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316728B-34F4-EB66-EB5D-7522E0A2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77070-BA96-3E0A-1054-74483478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F62E630-B729-46ED-34F9-F30A784C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46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684001D-923C-0DDF-A88F-984CDFAC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BCA677F-0DD3-8D42-6F13-1C2A01E4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AB2299-25B1-D256-15D5-F6F1D212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9526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A335D-0EDB-5210-B2FD-2EC6D964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5EF8E4-83F7-001E-244F-EB99A9051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A729775-C4CE-7917-F05E-844B6E6B6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65DD01-C4DB-6F38-E4E9-2529F390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56B9C58-0DDE-E41B-3F4D-51CDE3FA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A5CDD8C-FB75-BD16-3DDD-1F48B53C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134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1371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5AEFB99-9357-7A11-9BFD-6B7B3DF0E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-3784272" y="506819"/>
            <a:ext cx="7772400" cy="50864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0738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Afbeelding met bijschrift">
    <p:bg>
      <p:bgPr>
        <a:gradFill>
          <a:gsLst>
            <a:gs pos="0">
              <a:srgbClr val="00B0F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D94C15D-92AD-F2CC-24E8-31DD6D8C3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4798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B6519-C24D-0261-799B-F50F085E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676437-A7F7-5E0E-E48D-4CED7806B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61CAA22-242A-2219-B6A5-577A8A7F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14DEE3-D89E-9D9E-1616-61EB7C90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168FC5-5F5A-E918-7E1D-7E6691DB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5025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A9CDCF0-4E02-E360-4DE7-00156A485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2996E86-68E8-7710-5523-AD872CA0B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4C4A21-7FFF-F9D0-6C84-6F6806B1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372C6A-F4BF-E723-D6C4-93F39FC6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9A33B9F-2685-02DB-B489-1790710A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949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B713"/>
            </a:gs>
            <a:gs pos="100000">
              <a:srgbClr val="F9E21E">
                <a:lumMod val="76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FEDBA43-8105-B9D5-86B6-E60FCF5E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BB207C-7B05-FE8D-7ECE-DCECAAD34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7D19AB3-BFE3-A76C-5E79-ABDA37957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7FF563C-DB79-DBBE-F121-3AD0868B7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DF02394B-DFA9-E249-8215-E97519F84AE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518921-F1F4-F86B-B2F9-60C04B1EC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143A6A95-3FD8-9C48-85AA-6FECB852C84D}" type="datetimeFigureOut">
              <a:rPr lang="nl-NL" smtClean="0"/>
              <a:pPr/>
              <a:t>01-04-2026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068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7" r:id="rId3"/>
    <p:sldLayoutId id="2147483673" r:id="rId4"/>
    <p:sldLayoutId id="2147483663" r:id="rId5"/>
    <p:sldLayoutId id="2147483672" r:id="rId6"/>
    <p:sldLayoutId id="2147483676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5" r:id="rId14"/>
    <p:sldLayoutId id="2147483674" r:id="rId15"/>
    <p:sldLayoutId id="2147483670" r:id="rId16"/>
    <p:sldLayoutId id="214748367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Fira Sans SemiBold" panose="020B050305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6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hyperlink" Target="mailto:michiel.trimpe@vng.nl" TargetMode="External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digilab.overheid.nl/chat/digilab/channels/federatieve-toegangsverlening" TargetMode="External"/><Relationship Id="rId11" Type="http://schemas.openxmlformats.org/officeDocument/2006/relationships/image" Target="../media/image22.svg"/><Relationship Id="rId5" Type="http://schemas.openxmlformats.org/officeDocument/2006/relationships/hyperlink" Target="https://github.com/VNG-Realisatie/ftv" TargetMode="External"/><Relationship Id="rId10" Type="http://schemas.openxmlformats.org/officeDocument/2006/relationships/image" Target="../media/image21.svg"/><Relationship Id="rId4" Type="http://schemas.openxmlformats.org/officeDocument/2006/relationships/hyperlink" Target="https://vng-realisatie.github.io/ftv/" TargetMode="External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Update Federatieve toegangsverlening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83544"/>
          </a:xfrm>
        </p:spPr>
        <p:txBody>
          <a:bodyPr/>
          <a:lstStyle/>
          <a:p>
            <a:pPr algn="l"/>
            <a:r>
              <a:rPr lang="nl-NL" noProof="0" dirty="0"/>
              <a:t>Marc de Boer – Product </a:t>
            </a:r>
            <a:r>
              <a:rPr lang="nl-NL" noProof="0" dirty="0" err="1"/>
              <a:t>owner</a:t>
            </a:r>
            <a:endParaRPr lang="nl-NL" noProof="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C5D890E-8A1E-7E5A-CCA7-E22267D806A4}"/>
              </a:ext>
            </a:extLst>
          </p:cNvPr>
          <p:cNvSpPr txBox="1"/>
          <p:nvPr/>
        </p:nvSpPr>
        <p:spPr>
          <a:xfrm>
            <a:off x="7121324" y="5735637"/>
            <a:ext cx="4187141" cy="51706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defPPr>
              <a:defRPr lang="nl-NL"/>
            </a:defPPr>
            <a:lvl1pPr indent="0" algn="ctr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None/>
              <a:defRPr sz="2400" baseline="0">
                <a:latin typeface="Fira Sans"/>
              </a:defRPr>
            </a:lvl1pPr>
            <a:lvl2pPr marL="685800" indent="-228600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baseline="0">
                <a:latin typeface="Fira Sans" panose="020B0503050000020004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baseline="0">
                <a:latin typeface="Fira Sans" panose="020B0503050000020004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baseline="0">
                <a:latin typeface="Fira Sans" panose="020B0503050000020004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baseline="0">
                <a:latin typeface="Fira Sans" panose="020B05030500000200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NL" dirty="0"/>
              <a:t>Digilab </a:t>
            </a:r>
            <a:r>
              <a:rPr lang="nl-NL" dirty="0" err="1"/>
              <a:t>meetup</a:t>
            </a:r>
            <a:r>
              <a:rPr lang="nl-NL" dirty="0"/>
              <a:t> 2 april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542B8-2CD3-835E-FBE3-0E9B54C6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848DAB5-D4BE-6AFD-C208-7BEF1278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760882" cy="2852737"/>
          </a:xfrm>
        </p:spPr>
        <p:txBody>
          <a:bodyPr/>
          <a:lstStyle/>
          <a:p>
            <a:r>
              <a:rPr lang="nl-NL" dirty="0">
                <a:latin typeface="Fira Sans SemiBold"/>
              </a:rPr>
              <a:t>Waar gaat het ook alweer over?</a:t>
            </a:r>
            <a:endParaRPr lang="nl-NL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4D2E17-BFB3-2424-4BDF-12B0B721F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540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93083D-12DB-3F1F-56D2-A65EA397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B6C8-778E-0E26-345E-B5E3BDF12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Doelstellingen</a:t>
            </a:r>
          </a:p>
        </p:txBody>
      </p:sp>
      <p:sp>
        <p:nvSpPr>
          <p:cNvPr id="9" name="AutoShape 2" descr="Traceerbaar">
            <a:extLst>
              <a:ext uri="{FF2B5EF4-FFF2-40B4-BE49-F238E27FC236}">
                <a16:creationId xmlns:a16="http://schemas.microsoft.com/office/drawing/2014/main" id="{A2622E03-66F1-1A95-3A6C-38E28A5D48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2BC1F14-7CFA-761D-5017-487DE7C1F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59193"/>
            <a:ext cx="10515600" cy="223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0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F19CFE-4290-AB8D-2BE0-4F3B887C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62E0-D0D3-8D7E-7FC6-A54335D5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Oplossing: ontkoppel autorisatie</a:t>
            </a:r>
          </a:p>
        </p:txBody>
      </p:sp>
      <p:sp>
        <p:nvSpPr>
          <p:cNvPr id="9" name="AutoShape 2" descr="Traceerbaar">
            <a:extLst>
              <a:ext uri="{FF2B5EF4-FFF2-40B4-BE49-F238E27FC236}">
                <a16:creationId xmlns:a16="http://schemas.microsoft.com/office/drawing/2014/main" id="{C08D5450-B444-C190-E01C-299CAFADC6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0721" y="3469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ABCA5A9-B8A5-3D7A-5140-3C3F0546A1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387" y="1368700"/>
            <a:ext cx="9386667" cy="521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0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97B985-B152-4072-2266-F4C5EDFC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FCB4-03B6-6FEF-3EF1-EC51FBDD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Standaardisatie op drie vlakken</a:t>
            </a:r>
          </a:p>
        </p:txBody>
      </p:sp>
      <p:sp>
        <p:nvSpPr>
          <p:cNvPr id="9" name="AutoShape 2" descr="Traceerbaar">
            <a:extLst>
              <a:ext uri="{FF2B5EF4-FFF2-40B4-BE49-F238E27FC236}">
                <a16:creationId xmlns:a16="http://schemas.microsoft.com/office/drawing/2014/main" id="{2300384C-8D76-B19E-8BCC-C9A80C10A6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0721" y="3469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1A91125-C0A9-7E7F-9BF2-EA24D98EAB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387" y="1368700"/>
            <a:ext cx="9386667" cy="5216525"/>
          </a:xfrm>
          <a:prstGeom prst="rect">
            <a:avLst/>
          </a:prstGeom>
        </p:spPr>
      </p:pic>
      <p:grpSp>
        <p:nvGrpSpPr>
          <p:cNvPr id="25" name="Groep 24">
            <a:extLst>
              <a:ext uri="{FF2B5EF4-FFF2-40B4-BE49-F238E27FC236}">
                <a16:creationId xmlns:a16="http://schemas.microsoft.com/office/drawing/2014/main" id="{80F6FB81-D10B-95D0-3158-CD9F6D65CC99}"/>
              </a:ext>
            </a:extLst>
          </p:cNvPr>
          <p:cNvGrpSpPr/>
          <p:nvPr/>
        </p:nvGrpSpPr>
        <p:grpSpPr>
          <a:xfrm>
            <a:off x="4584444" y="3208872"/>
            <a:ext cx="629410" cy="934424"/>
            <a:chOff x="4584444" y="3208872"/>
            <a:chExt cx="629410" cy="934424"/>
          </a:xfrm>
        </p:grpSpPr>
        <p:sp>
          <p:nvSpPr>
            <p:cNvPr id="14" name="Vrije vorm 12">
              <a:extLst>
                <a:ext uri="{FF2B5EF4-FFF2-40B4-BE49-F238E27FC236}">
                  <a16:creationId xmlns:a16="http://schemas.microsoft.com/office/drawing/2014/main" id="{00EB5BCE-DF41-044C-6D6D-C78DE7C96EFF}"/>
                </a:ext>
              </a:extLst>
            </p:cNvPr>
            <p:cNvSpPr/>
            <p:nvPr/>
          </p:nvSpPr>
          <p:spPr>
            <a:xfrm>
              <a:off x="4593057" y="3208873"/>
              <a:ext cx="620797" cy="934423"/>
            </a:xfrm>
            <a:custGeom>
              <a:avLst/>
              <a:gdLst>
                <a:gd name="csX0" fmla="*/ 288991 w 620797"/>
                <a:gd name="csY0" fmla="*/ 6674 h 934423"/>
                <a:gd name="csX1" fmla="*/ 256881 w 620797"/>
                <a:gd name="csY1" fmla="*/ 0 h 934423"/>
                <a:gd name="csX2" fmla="*/ 217635 w 620797"/>
                <a:gd name="csY2" fmla="*/ 6674 h 934423"/>
                <a:gd name="csX3" fmla="*/ 206932 w 620797"/>
                <a:gd name="csY3" fmla="*/ 13349 h 934423"/>
                <a:gd name="csX4" fmla="*/ 139143 w 620797"/>
                <a:gd name="csY4" fmla="*/ 66744 h 934423"/>
                <a:gd name="csX5" fmla="*/ 124872 w 620797"/>
                <a:gd name="csY5" fmla="*/ 86768 h 934423"/>
                <a:gd name="csX6" fmla="*/ 85626 w 620797"/>
                <a:gd name="csY6" fmla="*/ 140163 h 934423"/>
                <a:gd name="csX7" fmla="*/ 60652 w 620797"/>
                <a:gd name="csY7" fmla="*/ 186884 h 934423"/>
                <a:gd name="csX8" fmla="*/ 49949 w 620797"/>
                <a:gd name="csY8" fmla="*/ 220257 h 934423"/>
                <a:gd name="csX9" fmla="*/ 28542 w 620797"/>
                <a:gd name="csY9" fmla="*/ 280327 h 934423"/>
                <a:gd name="csX10" fmla="*/ 21406 w 620797"/>
                <a:gd name="csY10" fmla="*/ 320374 h 934423"/>
                <a:gd name="csX11" fmla="*/ 14270 w 620797"/>
                <a:gd name="csY11" fmla="*/ 353746 h 934423"/>
                <a:gd name="csX12" fmla="*/ 7135 w 620797"/>
                <a:gd name="csY12" fmla="*/ 393793 h 934423"/>
                <a:gd name="csX13" fmla="*/ 0 w 620797"/>
                <a:gd name="csY13" fmla="*/ 473886 h 934423"/>
                <a:gd name="csX14" fmla="*/ 7135 w 620797"/>
                <a:gd name="csY14" fmla="*/ 667445 h 934423"/>
                <a:gd name="csX15" fmla="*/ 24974 w 620797"/>
                <a:gd name="csY15" fmla="*/ 734190 h 934423"/>
                <a:gd name="csX16" fmla="*/ 35677 w 620797"/>
                <a:gd name="csY16" fmla="*/ 760887 h 934423"/>
                <a:gd name="csX17" fmla="*/ 64220 w 620797"/>
                <a:gd name="csY17" fmla="*/ 814283 h 934423"/>
                <a:gd name="csX18" fmla="*/ 103466 w 620797"/>
                <a:gd name="csY18" fmla="*/ 854330 h 934423"/>
                <a:gd name="csX19" fmla="*/ 142711 w 620797"/>
                <a:gd name="csY19" fmla="*/ 887702 h 934423"/>
                <a:gd name="csX20" fmla="*/ 192661 w 620797"/>
                <a:gd name="csY20" fmla="*/ 914400 h 934423"/>
                <a:gd name="csX21" fmla="*/ 217635 w 620797"/>
                <a:gd name="csY21" fmla="*/ 927749 h 934423"/>
                <a:gd name="csX22" fmla="*/ 267585 w 620797"/>
                <a:gd name="csY22" fmla="*/ 934423 h 934423"/>
                <a:gd name="csX23" fmla="*/ 346076 w 620797"/>
                <a:gd name="csY23" fmla="*/ 927749 h 934423"/>
                <a:gd name="csX24" fmla="*/ 392457 w 620797"/>
                <a:gd name="csY24" fmla="*/ 914400 h 934423"/>
                <a:gd name="csX25" fmla="*/ 428135 w 620797"/>
                <a:gd name="csY25" fmla="*/ 887702 h 934423"/>
                <a:gd name="csX26" fmla="*/ 442407 w 620797"/>
                <a:gd name="csY26" fmla="*/ 874353 h 934423"/>
                <a:gd name="csX27" fmla="*/ 460246 w 620797"/>
                <a:gd name="csY27" fmla="*/ 861004 h 934423"/>
                <a:gd name="csX28" fmla="*/ 474517 w 620797"/>
                <a:gd name="csY28" fmla="*/ 840981 h 934423"/>
                <a:gd name="csX29" fmla="*/ 488788 w 620797"/>
                <a:gd name="csY29" fmla="*/ 827632 h 934423"/>
                <a:gd name="csX30" fmla="*/ 520898 w 620797"/>
                <a:gd name="csY30" fmla="*/ 780911 h 934423"/>
                <a:gd name="csX31" fmla="*/ 567280 w 620797"/>
                <a:gd name="csY31" fmla="*/ 707492 h 934423"/>
                <a:gd name="csX32" fmla="*/ 588686 w 620797"/>
                <a:gd name="csY32" fmla="*/ 640747 h 934423"/>
                <a:gd name="csX33" fmla="*/ 599390 w 620797"/>
                <a:gd name="csY33" fmla="*/ 580677 h 934423"/>
                <a:gd name="csX34" fmla="*/ 613661 w 620797"/>
                <a:gd name="csY34" fmla="*/ 460537 h 934423"/>
                <a:gd name="csX35" fmla="*/ 620797 w 620797"/>
                <a:gd name="csY35" fmla="*/ 387118 h 934423"/>
                <a:gd name="csX36" fmla="*/ 617229 w 620797"/>
                <a:gd name="csY36" fmla="*/ 320374 h 934423"/>
                <a:gd name="csX37" fmla="*/ 588686 w 620797"/>
                <a:gd name="csY37" fmla="*/ 220257 h 934423"/>
                <a:gd name="csX38" fmla="*/ 531602 w 620797"/>
                <a:gd name="csY38" fmla="*/ 100117 h 934423"/>
                <a:gd name="csX39" fmla="*/ 488788 w 620797"/>
                <a:gd name="csY39" fmla="*/ 60070 h 934423"/>
                <a:gd name="csX40" fmla="*/ 381754 w 620797"/>
                <a:gd name="csY40" fmla="*/ 33372 h 934423"/>
                <a:gd name="csX41" fmla="*/ 274720 w 620797"/>
                <a:gd name="csY41" fmla="*/ 46721 h 934423"/>
                <a:gd name="csX42" fmla="*/ 253313 w 620797"/>
                <a:gd name="csY42" fmla="*/ 53395 h 934423"/>
                <a:gd name="csX43" fmla="*/ 217635 w 620797"/>
                <a:gd name="csY43" fmla="*/ 80093 h 934423"/>
                <a:gd name="csX44" fmla="*/ 199796 w 620797"/>
                <a:gd name="csY44" fmla="*/ 93442 h 934423"/>
                <a:gd name="csX45" fmla="*/ 164118 w 620797"/>
                <a:gd name="csY45" fmla="*/ 146838 h 934423"/>
                <a:gd name="csX46" fmla="*/ 146279 w 620797"/>
                <a:gd name="csY46" fmla="*/ 220257 h 934423"/>
                <a:gd name="csX47" fmla="*/ 149847 w 620797"/>
                <a:gd name="csY47" fmla="*/ 340397 h 934423"/>
                <a:gd name="csX48" fmla="*/ 153415 w 620797"/>
                <a:gd name="csY48" fmla="*/ 360420 h 93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620797" h="934423" extrusionOk="0">
                  <a:moveTo>
                    <a:pt x="288991" y="6674"/>
                  </a:moveTo>
                  <a:cubicBezTo>
                    <a:pt x="277169" y="3759"/>
                    <a:pt x="266294" y="509"/>
                    <a:pt x="256881" y="0"/>
                  </a:cubicBezTo>
                  <a:cubicBezTo>
                    <a:pt x="245610" y="393"/>
                    <a:pt x="226864" y="3319"/>
                    <a:pt x="217635" y="6674"/>
                  </a:cubicBezTo>
                  <a:cubicBezTo>
                    <a:pt x="213693" y="7883"/>
                    <a:pt x="210366" y="12422"/>
                    <a:pt x="206932" y="13349"/>
                  </a:cubicBezTo>
                  <a:cubicBezTo>
                    <a:pt x="166950" y="29057"/>
                    <a:pt x="208876" y="7217"/>
                    <a:pt x="139143" y="66744"/>
                  </a:cubicBezTo>
                  <a:cubicBezTo>
                    <a:pt x="136111" y="72190"/>
                    <a:pt x="130572" y="79519"/>
                    <a:pt x="124872" y="86768"/>
                  </a:cubicBezTo>
                  <a:cubicBezTo>
                    <a:pt x="76096" y="119871"/>
                    <a:pt x="116650" y="77041"/>
                    <a:pt x="85626" y="140163"/>
                  </a:cubicBezTo>
                  <a:cubicBezTo>
                    <a:pt x="76829" y="153528"/>
                    <a:pt x="65047" y="170308"/>
                    <a:pt x="60652" y="186884"/>
                  </a:cubicBezTo>
                  <a:cubicBezTo>
                    <a:pt x="60000" y="199641"/>
                    <a:pt x="55339" y="209834"/>
                    <a:pt x="49949" y="220257"/>
                  </a:cubicBezTo>
                  <a:cubicBezTo>
                    <a:pt x="38917" y="246402"/>
                    <a:pt x="36192" y="250060"/>
                    <a:pt x="28542" y="280327"/>
                  </a:cubicBezTo>
                  <a:cubicBezTo>
                    <a:pt x="25758" y="293626"/>
                    <a:pt x="24114" y="308570"/>
                    <a:pt x="21406" y="320374"/>
                  </a:cubicBezTo>
                  <a:cubicBezTo>
                    <a:pt x="20777" y="334038"/>
                    <a:pt x="17331" y="343555"/>
                    <a:pt x="14270" y="353746"/>
                  </a:cubicBezTo>
                  <a:cubicBezTo>
                    <a:pt x="13116" y="365730"/>
                    <a:pt x="9182" y="378107"/>
                    <a:pt x="7135" y="393793"/>
                  </a:cubicBezTo>
                  <a:cubicBezTo>
                    <a:pt x="3997" y="420214"/>
                    <a:pt x="0" y="473886"/>
                    <a:pt x="0" y="473886"/>
                  </a:cubicBezTo>
                  <a:cubicBezTo>
                    <a:pt x="-3061" y="488780"/>
                    <a:pt x="-4429" y="608482"/>
                    <a:pt x="7135" y="667445"/>
                  </a:cubicBezTo>
                  <a:cubicBezTo>
                    <a:pt x="11408" y="691111"/>
                    <a:pt x="15829" y="712587"/>
                    <a:pt x="24974" y="734190"/>
                  </a:cubicBezTo>
                  <a:cubicBezTo>
                    <a:pt x="27849" y="744203"/>
                    <a:pt x="32683" y="753448"/>
                    <a:pt x="35677" y="760887"/>
                  </a:cubicBezTo>
                  <a:cubicBezTo>
                    <a:pt x="44737" y="780212"/>
                    <a:pt x="53364" y="800929"/>
                    <a:pt x="64220" y="814283"/>
                  </a:cubicBezTo>
                  <a:cubicBezTo>
                    <a:pt x="104967" y="870671"/>
                    <a:pt x="44532" y="803123"/>
                    <a:pt x="103466" y="854330"/>
                  </a:cubicBezTo>
                  <a:cubicBezTo>
                    <a:pt x="131572" y="884858"/>
                    <a:pt x="107731" y="873449"/>
                    <a:pt x="142711" y="887702"/>
                  </a:cubicBezTo>
                  <a:cubicBezTo>
                    <a:pt x="160208" y="891798"/>
                    <a:pt x="173203" y="905342"/>
                    <a:pt x="192661" y="914400"/>
                  </a:cubicBezTo>
                  <a:cubicBezTo>
                    <a:pt x="201895" y="919632"/>
                    <a:pt x="208884" y="926941"/>
                    <a:pt x="217635" y="927749"/>
                  </a:cubicBezTo>
                  <a:cubicBezTo>
                    <a:pt x="227943" y="928174"/>
                    <a:pt x="252985" y="936266"/>
                    <a:pt x="267585" y="934423"/>
                  </a:cubicBezTo>
                  <a:cubicBezTo>
                    <a:pt x="295656" y="938624"/>
                    <a:pt x="322203" y="930457"/>
                    <a:pt x="346076" y="927749"/>
                  </a:cubicBezTo>
                  <a:cubicBezTo>
                    <a:pt x="354646" y="926575"/>
                    <a:pt x="384019" y="917429"/>
                    <a:pt x="392457" y="914400"/>
                  </a:cubicBezTo>
                  <a:cubicBezTo>
                    <a:pt x="403598" y="905243"/>
                    <a:pt x="414086" y="899445"/>
                    <a:pt x="428135" y="887702"/>
                  </a:cubicBezTo>
                  <a:cubicBezTo>
                    <a:pt x="432582" y="884730"/>
                    <a:pt x="438194" y="877621"/>
                    <a:pt x="442407" y="874353"/>
                  </a:cubicBezTo>
                  <a:cubicBezTo>
                    <a:pt x="448599" y="869802"/>
                    <a:pt x="455580" y="866264"/>
                    <a:pt x="460246" y="861004"/>
                  </a:cubicBezTo>
                  <a:cubicBezTo>
                    <a:pt x="465224" y="857560"/>
                    <a:pt x="469832" y="845317"/>
                    <a:pt x="474517" y="840981"/>
                  </a:cubicBezTo>
                  <a:cubicBezTo>
                    <a:pt x="477391" y="835655"/>
                    <a:pt x="484717" y="833381"/>
                    <a:pt x="488788" y="827632"/>
                  </a:cubicBezTo>
                  <a:cubicBezTo>
                    <a:pt x="500514" y="813040"/>
                    <a:pt x="508526" y="799125"/>
                    <a:pt x="520898" y="780911"/>
                  </a:cubicBezTo>
                  <a:cubicBezTo>
                    <a:pt x="541310" y="766570"/>
                    <a:pt x="558775" y="746194"/>
                    <a:pt x="567280" y="707492"/>
                  </a:cubicBezTo>
                  <a:cubicBezTo>
                    <a:pt x="579817" y="656299"/>
                    <a:pt x="575163" y="674096"/>
                    <a:pt x="588686" y="640747"/>
                  </a:cubicBezTo>
                  <a:cubicBezTo>
                    <a:pt x="594718" y="551810"/>
                    <a:pt x="586024" y="694384"/>
                    <a:pt x="599390" y="580677"/>
                  </a:cubicBezTo>
                  <a:cubicBezTo>
                    <a:pt x="604352" y="549971"/>
                    <a:pt x="612086" y="500841"/>
                    <a:pt x="613661" y="460537"/>
                  </a:cubicBezTo>
                  <a:cubicBezTo>
                    <a:pt x="621780" y="415320"/>
                    <a:pt x="618327" y="440443"/>
                    <a:pt x="620797" y="387118"/>
                  </a:cubicBezTo>
                  <a:cubicBezTo>
                    <a:pt x="620324" y="367388"/>
                    <a:pt x="621765" y="343222"/>
                    <a:pt x="617229" y="320374"/>
                  </a:cubicBezTo>
                  <a:cubicBezTo>
                    <a:pt x="612897" y="291874"/>
                    <a:pt x="593333" y="235430"/>
                    <a:pt x="588686" y="220257"/>
                  </a:cubicBezTo>
                  <a:cubicBezTo>
                    <a:pt x="574296" y="172546"/>
                    <a:pt x="556450" y="133766"/>
                    <a:pt x="531602" y="100117"/>
                  </a:cubicBezTo>
                  <a:cubicBezTo>
                    <a:pt x="517415" y="90617"/>
                    <a:pt x="503881" y="71305"/>
                    <a:pt x="488788" y="60070"/>
                  </a:cubicBezTo>
                  <a:cubicBezTo>
                    <a:pt x="456518" y="41329"/>
                    <a:pt x="407602" y="37787"/>
                    <a:pt x="381754" y="33372"/>
                  </a:cubicBezTo>
                  <a:cubicBezTo>
                    <a:pt x="331941" y="49162"/>
                    <a:pt x="307964" y="40130"/>
                    <a:pt x="274720" y="46721"/>
                  </a:cubicBezTo>
                  <a:cubicBezTo>
                    <a:pt x="269224" y="47712"/>
                    <a:pt x="260290" y="49082"/>
                    <a:pt x="253313" y="53395"/>
                  </a:cubicBezTo>
                  <a:cubicBezTo>
                    <a:pt x="241273" y="59848"/>
                    <a:pt x="228887" y="74380"/>
                    <a:pt x="217635" y="80093"/>
                  </a:cubicBezTo>
                  <a:cubicBezTo>
                    <a:pt x="211286" y="84111"/>
                    <a:pt x="205436" y="86472"/>
                    <a:pt x="199796" y="93442"/>
                  </a:cubicBezTo>
                  <a:cubicBezTo>
                    <a:pt x="186252" y="121515"/>
                    <a:pt x="180003" y="120102"/>
                    <a:pt x="164118" y="146838"/>
                  </a:cubicBezTo>
                  <a:cubicBezTo>
                    <a:pt x="159050" y="170589"/>
                    <a:pt x="148393" y="189218"/>
                    <a:pt x="146279" y="220257"/>
                  </a:cubicBezTo>
                  <a:cubicBezTo>
                    <a:pt x="139579" y="253012"/>
                    <a:pt x="148875" y="302533"/>
                    <a:pt x="149847" y="340397"/>
                  </a:cubicBezTo>
                  <a:cubicBezTo>
                    <a:pt x="150204" y="347401"/>
                    <a:pt x="153415" y="360419"/>
                    <a:pt x="153415" y="36042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540630 w 1161354"/>
                        <a:gd name="connsiteY0" fmla="*/ 6674 h 934423"/>
                        <a:gd name="connsiteX1" fmla="*/ 480560 w 1161354"/>
                        <a:gd name="connsiteY1" fmla="*/ 0 h 934423"/>
                        <a:gd name="connsiteX2" fmla="*/ 407141 w 1161354"/>
                        <a:gd name="connsiteY2" fmla="*/ 6674 h 934423"/>
                        <a:gd name="connsiteX3" fmla="*/ 387118 w 1161354"/>
                        <a:gd name="connsiteY3" fmla="*/ 13349 h 934423"/>
                        <a:gd name="connsiteX4" fmla="*/ 260303 w 1161354"/>
                        <a:gd name="connsiteY4" fmla="*/ 66744 h 934423"/>
                        <a:gd name="connsiteX5" fmla="*/ 233605 w 1161354"/>
                        <a:gd name="connsiteY5" fmla="*/ 86768 h 934423"/>
                        <a:gd name="connsiteX6" fmla="*/ 160186 w 1161354"/>
                        <a:gd name="connsiteY6" fmla="*/ 140163 h 934423"/>
                        <a:gd name="connsiteX7" fmla="*/ 113465 w 1161354"/>
                        <a:gd name="connsiteY7" fmla="*/ 186884 h 934423"/>
                        <a:gd name="connsiteX8" fmla="*/ 93442 w 1161354"/>
                        <a:gd name="connsiteY8" fmla="*/ 220257 h 934423"/>
                        <a:gd name="connsiteX9" fmla="*/ 53395 w 1161354"/>
                        <a:gd name="connsiteY9" fmla="*/ 280327 h 934423"/>
                        <a:gd name="connsiteX10" fmla="*/ 40046 w 1161354"/>
                        <a:gd name="connsiteY10" fmla="*/ 320374 h 934423"/>
                        <a:gd name="connsiteX11" fmla="*/ 26697 w 1161354"/>
                        <a:gd name="connsiteY11" fmla="*/ 353746 h 934423"/>
                        <a:gd name="connsiteX12" fmla="*/ 13349 w 1161354"/>
                        <a:gd name="connsiteY12" fmla="*/ 393793 h 934423"/>
                        <a:gd name="connsiteX13" fmla="*/ 0 w 1161354"/>
                        <a:gd name="connsiteY13" fmla="*/ 473886 h 934423"/>
                        <a:gd name="connsiteX14" fmla="*/ 13349 w 1161354"/>
                        <a:gd name="connsiteY14" fmla="*/ 667445 h 934423"/>
                        <a:gd name="connsiteX15" fmla="*/ 46721 w 1161354"/>
                        <a:gd name="connsiteY15" fmla="*/ 734190 h 934423"/>
                        <a:gd name="connsiteX16" fmla="*/ 66744 w 1161354"/>
                        <a:gd name="connsiteY16" fmla="*/ 760887 h 934423"/>
                        <a:gd name="connsiteX17" fmla="*/ 120140 w 1161354"/>
                        <a:gd name="connsiteY17" fmla="*/ 814283 h 934423"/>
                        <a:gd name="connsiteX18" fmla="*/ 193559 w 1161354"/>
                        <a:gd name="connsiteY18" fmla="*/ 854330 h 934423"/>
                        <a:gd name="connsiteX19" fmla="*/ 266978 w 1161354"/>
                        <a:gd name="connsiteY19" fmla="*/ 887702 h 934423"/>
                        <a:gd name="connsiteX20" fmla="*/ 360420 w 1161354"/>
                        <a:gd name="connsiteY20" fmla="*/ 914400 h 934423"/>
                        <a:gd name="connsiteX21" fmla="*/ 407141 w 1161354"/>
                        <a:gd name="connsiteY21" fmla="*/ 927749 h 934423"/>
                        <a:gd name="connsiteX22" fmla="*/ 500584 w 1161354"/>
                        <a:gd name="connsiteY22" fmla="*/ 934423 h 934423"/>
                        <a:gd name="connsiteX23" fmla="*/ 647422 w 1161354"/>
                        <a:gd name="connsiteY23" fmla="*/ 927749 h 934423"/>
                        <a:gd name="connsiteX24" fmla="*/ 734189 w 1161354"/>
                        <a:gd name="connsiteY24" fmla="*/ 914400 h 934423"/>
                        <a:gd name="connsiteX25" fmla="*/ 800934 w 1161354"/>
                        <a:gd name="connsiteY25" fmla="*/ 887702 h 934423"/>
                        <a:gd name="connsiteX26" fmla="*/ 827632 w 1161354"/>
                        <a:gd name="connsiteY26" fmla="*/ 874353 h 934423"/>
                        <a:gd name="connsiteX27" fmla="*/ 861004 w 1161354"/>
                        <a:gd name="connsiteY27" fmla="*/ 861004 h 934423"/>
                        <a:gd name="connsiteX28" fmla="*/ 887702 w 1161354"/>
                        <a:gd name="connsiteY28" fmla="*/ 840981 h 934423"/>
                        <a:gd name="connsiteX29" fmla="*/ 914400 w 1161354"/>
                        <a:gd name="connsiteY29" fmla="*/ 827632 h 934423"/>
                        <a:gd name="connsiteX30" fmla="*/ 974470 w 1161354"/>
                        <a:gd name="connsiteY30" fmla="*/ 780911 h 934423"/>
                        <a:gd name="connsiteX31" fmla="*/ 1061238 w 1161354"/>
                        <a:gd name="connsiteY31" fmla="*/ 707492 h 934423"/>
                        <a:gd name="connsiteX32" fmla="*/ 1101284 w 1161354"/>
                        <a:gd name="connsiteY32" fmla="*/ 640747 h 934423"/>
                        <a:gd name="connsiteX33" fmla="*/ 1121308 w 1161354"/>
                        <a:gd name="connsiteY33" fmla="*/ 580677 h 934423"/>
                        <a:gd name="connsiteX34" fmla="*/ 1148005 w 1161354"/>
                        <a:gd name="connsiteY34" fmla="*/ 460537 h 934423"/>
                        <a:gd name="connsiteX35" fmla="*/ 1161354 w 1161354"/>
                        <a:gd name="connsiteY35" fmla="*/ 387118 h 934423"/>
                        <a:gd name="connsiteX36" fmla="*/ 1154680 w 1161354"/>
                        <a:gd name="connsiteY36" fmla="*/ 320374 h 934423"/>
                        <a:gd name="connsiteX37" fmla="*/ 1101284 w 1161354"/>
                        <a:gd name="connsiteY37" fmla="*/ 220257 h 934423"/>
                        <a:gd name="connsiteX38" fmla="*/ 994493 w 1161354"/>
                        <a:gd name="connsiteY38" fmla="*/ 100117 h 934423"/>
                        <a:gd name="connsiteX39" fmla="*/ 914400 w 1161354"/>
                        <a:gd name="connsiteY39" fmla="*/ 60070 h 934423"/>
                        <a:gd name="connsiteX40" fmla="*/ 714166 w 1161354"/>
                        <a:gd name="connsiteY40" fmla="*/ 33372 h 934423"/>
                        <a:gd name="connsiteX41" fmla="*/ 513932 w 1161354"/>
                        <a:gd name="connsiteY41" fmla="*/ 46721 h 934423"/>
                        <a:gd name="connsiteX42" fmla="*/ 473886 w 1161354"/>
                        <a:gd name="connsiteY42" fmla="*/ 53395 h 934423"/>
                        <a:gd name="connsiteX43" fmla="*/ 407141 w 1161354"/>
                        <a:gd name="connsiteY43" fmla="*/ 80093 h 934423"/>
                        <a:gd name="connsiteX44" fmla="*/ 373769 w 1161354"/>
                        <a:gd name="connsiteY44" fmla="*/ 93442 h 934423"/>
                        <a:gd name="connsiteX45" fmla="*/ 307024 w 1161354"/>
                        <a:gd name="connsiteY45" fmla="*/ 146838 h 934423"/>
                        <a:gd name="connsiteX46" fmla="*/ 273652 w 1161354"/>
                        <a:gd name="connsiteY46" fmla="*/ 220257 h 934423"/>
                        <a:gd name="connsiteX47" fmla="*/ 280327 w 1161354"/>
                        <a:gd name="connsiteY47" fmla="*/ 340397 h 934423"/>
                        <a:gd name="connsiteX48" fmla="*/ 287001 w 1161354"/>
                        <a:gd name="connsiteY48" fmla="*/ 360420 h 9344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61354" h="934423">
                          <a:moveTo>
                            <a:pt x="540630" y="6674"/>
                          </a:moveTo>
                          <a:cubicBezTo>
                            <a:pt x="520607" y="4449"/>
                            <a:pt x="500707" y="0"/>
                            <a:pt x="480560" y="0"/>
                          </a:cubicBezTo>
                          <a:cubicBezTo>
                            <a:pt x="455986" y="0"/>
                            <a:pt x="431468" y="3199"/>
                            <a:pt x="407141" y="6674"/>
                          </a:cubicBezTo>
                          <a:cubicBezTo>
                            <a:pt x="400176" y="7669"/>
                            <a:pt x="393883" y="11416"/>
                            <a:pt x="387118" y="13349"/>
                          </a:cubicBezTo>
                          <a:cubicBezTo>
                            <a:pt x="322116" y="31921"/>
                            <a:pt x="379073" y="4233"/>
                            <a:pt x="260303" y="66744"/>
                          </a:cubicBezTo>
                          <a:cubicBezTo>
                            <a:pt x="250459" y="71925"/>
                            <a:pt x="243038" y="80872"/>
                            <a:pt x="233605" y="86768"/>
                          </a:cubicBezTo>
                          <a:cubicBezTo>
                            <a:pt x="176209" y="122642"/>
                            <a:pt x="239930" y="66117"/>
                            <a:pt x="160186" y="140163"/>
                          </a:cubicBezTo>
                          <a:cubicBezTo>
                            <a:pt x="144046" y="155149"/>
                            <a:pt x="124796" y="167998"/>
                            <a:pt x="113465" y="186884"/>
                          </a:cubicBezTo>
                          <a:cubicBezTo>
                            <a:pt x="106791" y="198008"/>
                            <a:pt x="100638" y="209463"/>
                            <a:pt x="93442" y="220257"/>
                          </a:cubicBezTo>
                          <a:cubicBezTo>
                            <a:pt x="75838" y="246664"/>
                            <a:pt x="67245" y="249858"/>
                            <a:pt x="53395" y="280327"/>
                          </a:cubicBezTo>
                          <a:cubicBezTo>
                            <a:pt x="47572" y="293137"/>
                            <a:pt x="44855" y="307150"/>
                            <a:pt x="40046" y="320374"/>
                          </a:cubicBezTo>
                          <a:cubicBezTo>
                            <a:pt x="35952" y="331634"/>
                            <a:pt x="30791" y="342486"/>
                            <a:pt x="26697" y="353746"/>
                          </a:cubicBezTo>
                          <a:cubicBezTo>
                            <a:pt x="21888" y="366970"/>
                            <a:pt x="16401" y="380057"/>
                            <a:pt x="13349" y="393793"/>
                          </a:cubicBezTo>
                          <a:cubicBezTo>
                            <a:pt x="7478" y="420214"/>
                            <a:pt x="0" y="473886"/>
                            <a:pt x="0" y="473886"/>
                          </a:cubicBezTo>
                          <a:cubicBezTo>
                            <a:pt x="631" y="489021"/>
                            <a:pt x="-2425" y="614866"/>
                            <a:pt x="13349" y="667445"/>
                          </a:cubicBezTo>
                          <a:cubicBezTo>
                            <a:pt x="21060" y="693150"/>
                            <a:pt x="31853" y="711888"/>
                            <a:pt x="46721" y="734190"/>
                          </a:cubicBezTo>
                          <a:cubicBezTo>
                            <a:pt x="52891" y="743446"/>
                            <a:pt x="59227" y="752687"/>
                            <a:pt x="66744" y="760887"/>
                          </a:cubicBezTo>
                          <a:cubicBezTo>
                            <a:pt x="83753" y="779442"/>
                            <a:pt x="98556" y="801333"/>
                            <a:pt x="120140" y="814283"/>
                          </a:cubicBezTo>
                          <a:cubicBezTo>
                            <a:pt x="203721" y="864431"/>
                            <a:pt x="98868" y="802680"/>
                            <a:pt x="193559" y="854330"/>
                          </a:cubicBezTo>
                          <a:cubicBezTo>
                            <a:pt x="242538" y="881046"/>
                            <a:pt x="210783" y="870843"/>
                            <a:pt x="266978" y="887702"/>
                          </a:cubicBezTo>
                          <a:cubicBezTo>
                            <a:pt x="298006" y="897010"/>
                            <a:pt x="329273" y="905501"/>
                            <a:pt x="360420" y="914400"/>
                          </a:cubicBezTo>
                          <a:cubicBezTo>
                            <a:pt x="375994" y="918850"/>
                            <a:pt x="390985" y="926595"/>
                            <a:pt x="407141" y="927749"/>
                          </a:cubicBezTo>
                          <a:lnTo>
                            <a:pt x="500584" y="934423"/>
                          </a:lnTo>
                          <a:cubicBezTo>
                            <a:pt x="549530" y="932198"/>
                            <a:pt x="598542" y="931120"/>
                            <a:pt x="647422" y="927749"/>
                          </a:cubicBezTo>
                          <a:cubicBezTo>
                            <a:pt x="662061" y="926739"/>
                            <a:pt x="717747" y="917140"/>
                            <a:pt x="734189" y="914400"/>
                          </a:cubicBezTo>
                          <a:cubicBezTo>
                            <a:pt x="756437" y="905501"/>
                            <a:pt x="778909" y="897141"/>
                            <a:pt x="800934" y="887702"/>
                          </a:cubicBezTo>
                          <a:cubicBezTo>
                            <a:pt x="810079" y="883783"/>
                            <a:pt x="818540" y="878394"/>
                            <a:pt x="827632" y="874353"/>
                          </a:cubicBezTo>
                          <a:cubicBezTo>
                            <a:pt x="838580" y="869487"/>
                            <a:pt x="850531" y="866822"/>
                            <a:pt x="861004" y="861004"/>
                          </a:cubicBezTo>
                          <a:cubicBezTo>
                            <a:pt x="870728" y="855602"/>
                            <a:pt x="878269" y="846877"/>
                            <a:pt x="887702" y="840981"/>
                          </a:cubicBezTo>
                          <a:cubicBezTo>
                            <a:pt x="896139" y="835708"/>
                            <a:pt x="906219" y="833295"/>
                            <a:pt x="914400" y="827632"/>
                          </a:cubicBezTo>
                          <a:cubicBezTo>
                            <a:pt x="935256" y="813193"/>
                            <a:pt x="952718" y="793962"/>
                            <a:pt x="974470" y="780911"/>
                          </a:cubicBezTo>
                          <a:cubicBezTo>
                            <a:pt x="1008393" y="760556"/>
                            <a:pt x="1039478" y="745574"/>
                            <a:pt x="1061238" y="707492"/>
                          </a:cubicBezTo>
                          <a:cubicBezTo>
                            <a:pt x="1091915" y="653806"/>
                            <a:pt x="1077986" y="675695"/>
                            <a:pt x="1101284" y="640747"/>
                          </a:cubicBezTo>
                          <a:cubicBezTo>
                            <a:pt x="1123698" y="551097"/>
                            <a:pt x="1087791" y="689605"/>
                            <a:pt x="1121308" y="580677"/>
                          </a:cubicBezTo>
                          <a:cubicBezTo>
                            <a:pt x="1132084" y="545657"/>
                            <a:pt x="1141047" y="495326"/>
                            <a:pt x="1148005" y="460537"/>
                          </a:cubicBezTo>
                          <a:cubicBezTo>
                            <a:pt x="1157339" y="413864"/>
                            <a:pt x="1152809" y="438392"/>
                            <a:pt x="1161354" y="387118"/>
                          </a:cubicBezTo>
                          <a:cubicBezTo>
                            <a:pt x="1159129" y="364870"/>
                            <a:pt x="1159065" y="342299"/>
                            <a:pt x="1154680" y="320374"/>
                          </a:cubicBezTo>
                          <a:cubicBezTo>
                            <a:pt x="1148934" y="291641"/>
                            <a:pt x="1110166" y="235060"/>
                            <a:pt x="1101284" y="220257"/>
                          </a:cubicBezTo>
                          <a:cubicBezTo>
                            <a:pt x="1073256" y="173543"/>
                            <a:pt x="1049325" y="127533"/>
                            <a:pt x="994493" y="100117"/>
                          </a:cubicBezTo>
                          <a:cubicBezTo>
                            <a:pt x="967795" y="86768"/>
                            <a:pt x="941910" y="71653"/>
                            <a:pt x="914400" y="60070"/>
                          </a:cubicBezTo>
                          <a:cubicBezTo>
                            <a:pt x="857225" y="35996"/>
                            <a:pt x="760348" y="37388"/>
                            <a:pt x="714166" y="33372"/>
                          </a:cubicBezTo>
                          <a:lnTo>
                            <a:pt x="513932" y="46721"/>
                          </a:lnTo>
                          <a:cubicBezTo>
                            <a:pt x="500446" y="47845"/>
                            <a:pt x="486803" y="49359"/>
                            <a:pt x="473886" y="53395"/>
                          </a:cubicBezTo>
                          <a:cubicBezTo>
                            <a:pt x="451015" y="60542"/>
                            <a:pt x="429389" y="71194"/>
                            <a:pt x="407141" y="80093"/>
                          </a:cubicBezTo>
                          <a:cubicBezTo>
                            <a:pt x="396017" y="84543"/>
                            <a:pt x="383125" y="85958"/>
                            <a:pt x="373769" y="93442"/>
                          </a:cubicBezTo>
                          <a:lnTo>
                            <a:pt x="307024" y="146838"/>
                          </a:lnTo>
                          <a:cubicBezTo>
                            <a:pt x="295900" y="171311"/>
                            <a:pt x="277325" y="193627"/>
                            <a:pt x="273652" y="220257"/>
                          </a:cubicBezTo>
                          <a:cubicBezTo>
                            <a:pt x="268172" y="259989"/>
                            <a:pt x="276524" y="300469"/>
                            <a:pt x="280327" y="340397"/>
                          </a:cubicBezTo>
                          <a:cubicBezTo>
                            <a:pt x="280994" y="347401"/>
                            <a:pt x="287001" y="360420"/>
                            <a:pt x="287001" y="36042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Vrije vorm 13">
              <a:extLst>
                <a:ext uri="{FF2B5EF4-FFF2-40B4-BE49-F238E27FC236}">
                  <a16:creationId xmlns:a16="http://schemas.microsoft.com/office/drawing/2014/main" id="{5A05FFC6-43C6-0347-DF6E-DC0458726E3F}"/>
                </a:ext>
              </a:extLst>
            </p:cNvPr>
            <p:cNvSpPr/>
            <p:nvPr/>
          </p:nvSpPr>
          <p:spPr>
            <a:xfrm rot="20581627">
              <a:off x="4584444" y="3208872"/>
              <a:ext cx="620797" cy="934423"/>
            </a:xfrm>
            <a:custGeom>
              <a:avLst/>
              <a:gdLst>
                <a:gd name="csX0" fmla="*/ 288991 w 620797"/>
                <a:gd name="csY0" fmla="*/ 6674 h 934423"/>
                <a:gd name="csX1" fmla="*/ 256881 w 620797"/>
                <a:gd name="csY1" fmla="*/ 0 h 934423"/>
                <a:gd name="csX2" fmla="*/ 217635 w 620797"/>
                <a:gd name="csY2" fmla="*/ 6674 h 934423"/>
                <a:gd name="csX3" fmla="*/ 206932 w 620797"/>
                <a:gd name="csY3" fmla="*/ 13349 h 934423"/>
                <a:gd name="csX4" fmla="*/ 139143 w 620797"/>
                <a:gd name="csY4" fmla="*/ 66744 h 934423"/>
                <a:gd name="csX5" fmla="*/ 124872 w 620797"/>
                <a:gd name="csY5" fmla="*/ 86768 h 934423"/>
                <a:gd name="csX6" fmla="*/ 85626 w 620797"/>
                <a:gd name="csY6" fmla="*/ 140163 h 934423"/>
                <a:gd name="csX7" fmla="*/ 60652 w 620797"/>
                <a:gd name="csY7" fmla="*/ 186884 h 934423"/>
                <a:gd name="csX8" fmla="*/ 49949 w 620797"/>
                <a:gd name="csY8" fmla="*/ 220257 h 934423"/>
                <a:gd name="csX9" fmla="*/ 28542 w 620797"/>
                <a:gd name="csY9" fmla="*/ 280327 h 934423"/>
                <a:gd name="csX10" fmla="*/ 21406 w 620797"/>
                <a:gd name="csY10" fmla="*/ 320374 h 934423"/>
                <a:gd name="csX11" fmla="*/ 14270 w 620797"/>
                <a:gd name="csY11" fmla="*/ 353746 h 934423"/>
                <a:gd name="csX12" fmla="*/ 7135 w 620797"/>
                <a:gd name="csY12" fmla="*/ 393793 h 934423"/>
                <a:gd name="csX13" fmla="*/ 0 w 620797"/>
                <a:gd name="csY13" fmla="*/ 473886 h 934423"/>
                <a:gd name="csX14" fmla="*/ 7135 w 620797"/>
                <a:gd name="csY14" fmla="*/ 667445 h 934423"/>
                <a:gd name="csX15" fmla="*/ 24974 w 620797"/>
                <a:gd name="csY15" fmla="*/ 734190 h 934423"/>
                <a:gd name="csX16" fmla="*/ 35677 w 620797"/>
                <a:gd name="csY16" fmla="*/ 760887 h 934423"/>
                <a:gd name="csX17" fmla="*/ 64220 w 620797"/>
                <a:gd name="csY17" fmla="*/ 814283 h 934423"/>
                <a:gd name="csX18" fmla="*/ 103466 w 620797"/>
                <a:gd name="csY18" fmla="*/ 854330 h 934423"/>
                <a:gd name="csX19" fmla="*/ 142711 w 620797"/>
                <a:gd name="csY19" fmla="*/ 887702 h 934423"/>
                <a:gd name="csX20" fmla="*/ 192661 w 620797"/>
                <a:gd name="csY20" fmla="*/ 914400 h 934423"/>
                <a:gd name="csX21" fmla="*/ 217635 w 620797"/>
                <a:gd name="csY21" fmla="*/ 927749 h 934423"/>
                <a:gd name="csX22" fmla="*/ 267585 w 620797"/>
                <a:gd name="csY22" fmla="*/ 934423 h 934423"/>
                <a:gd name="csX23" fmla="*/ 346076 w 620797"/>
                <a:gd name="csY23" fmla="*/ 927749 h 934423"/>
                <a:gd name="csX24" fmla="*/ 392457 w 620797"/>
                <a:gd name="csY24" fmla="*/ 914400 h 934423"/>
                <a:gd name="csX25" fmla="*/ 428135 w 620797"/>
                <a:gd name="csY25" fmla="*/ 887702 h 934423"/>
                <a:gd name="csX26" fmla="*/ 442407 w 620797"/>
                <a:gd name="csY26" fmla="*/ 874353 h 934423"/>
                <a:gd name="csX27" fmla="*/ 460246 w 620797"/>
                <a:gd name="csY27" fmla="*/ 861004 h 934423"/>
                <a:gd name="csX28" fmla="*/ 474517 w 620797"/>
                <a:gd name="csY28" fmla="*/ 840981 h 934423"/>
                <a:gd name="csX29" fmla="*/ 488788 w 620797"/>
                <a:gd name="csY29" fmla="*/ 827632 h 934423"/>
                <a:gd name="csX30" fmla="*/ 520898 w 620797"/>
                <a:gd name="csY30" fmla="*/ 780911 h 934423"/>
                <a:gd name="csX31" fmla="*/ 567280 w 620797"/>
                <a:gd name="csY31" fmla="*/ 707492 h 934423"/>
                <a:gd name="csX32" fmla="*/ 588686 w 620797"/>
                <a:gd name="csY32" fmla="*/ 640747 h 934423"/>
                <a:gd name="csX33" fmla="*/ 599390 w 620797"/>
                <a:gd name="csY33" fmla="*/ 580677 h 934423"/>
                <a:gd name="csX34" fmla="*/ 613661 w 620797"/>
                <a:gd name="csY34" fmla="*/ 460537 h 934423"/>
                <a:gd name="csX35" fmla="*/ 620797 w 620797"/>
                <a:gd name="csY35" fmla="*/ 387118 h 934423"/>
                <a:gd name="csX36" fmla="*/ 617229 w 620797"/>
                <a:gd name="csY36" fmla="*/ 320374 h 934423"/>
                <a:gd name="csX37" fmla="*/ 588686 w 620797"/>
                <a:gd name="csY37" fmla="*/ 220257 h 934423"/>
                <a:gd name="csX38" fmla="*/ 531602 w 620797"/>
                <a:gd name="csY38" fmla="*/ 100117 h 934423"/>
                <a:gd name="csX39" fmla="*/ 488788 w 620797"/>
                <a:gd name="csY39" fmla="*/ 60070 h 934423"/>
                <a:gd name="csX40" fmla="*/ 381754 w 620797"/>
                <a:gd name="csY40" fmla="*/ 33372 h 934423"/>
                <a:gd name="csX41" fmla="*/ 274720 w 620797"/>
                <a:gd name="csY41" fmla="*/ 46721 h 934423"/>
                <a:gd name="csX42" fmla="*/ 253313 w 620797"/>
                <a:gd name="csY42" fmla="*/ 53395 h 934423"/>
                <a:gd name="csX43" fmla="*/ 217635 w 620797"/>
                <a:gd name="csY43" fmla="*/ 80093 h 934423"/>
                <a:gd name="csX44" fmla="*/ 199796 w 620797"/>
                <a:gd name="csY44" fmla="*/ 93442 h 934423"/>
                <a:gd name="csX45" fmla="*/ 164118 w 620797"/>
                <a:gd name="csY45" fmla="*/ 146838 h 934423"/>
                <a:gd name="csX46" fmla="*/ 146279 w 620797"/>
                <a:gd name="csY46" fmla="*/ 220257 h 934423"/>
                <a:gd name="csX47" fmla="*/ 149847 w 620797"/>
                <a:gd name="csY47" fmla="*/ 340397 h 934423"/>
                <a:gd name="csX48" fmla="*/ 153415 w 620797"/>
                <a:gd name="csY48" fmla="*/ 360420 h 93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620797" h="934423" extrusionOk="0">
                  <a:moveTo>
                    <a:pt x="288991" y="6674"/>
                  </a:moveTo>
                  <a:cubicBezTo>
                    <a:pt x="277169" y="3759"/>
                    <a:pt x="266294" y="509"/>
                    <a:pt x="256881" y="0"/>
                  </a:cubicBezTo>
                  <a:cubicBezTo>
                    <a:pt x="245610" y="393"/>
                    <a:pt x="226864" y="3319"/>
                    <a:pt x="217635" y="6674"/>
                  </a:cubicBezTo>
                  <a:cubicBezTo>
                    <a:pt x="213693" y="7883"/>
                    <a:pt x="210366" y="12422"/>
                    <a:pt x="206932" y="13349"/>
                  </a:cubicBezTo>
                  <a:cubicBezTo>
                    <a:pt x="166950" y="29057"/>
                    <a:pt x="208876" y="7217"/>
                    <a:pt x="139143" y="66744"/>
                  </a:cubicBezTo>
                  <a:cubicBezTo>
                    <a:pt x="136111" y="72190"/>
                    <a:pt x="130572" y="79519"/>
                    <a:pt x="124872" y="86768"/>
                  </a:cubicBezTo>
                  <a:cubicBezTo>
                    <a:pt x="76096" y="119871"/>
                    <a:pt x="116650" y="77041"/>
                    <a:pt x="85626" y="140163"/>
                  </a:cubicBezTo>
                  <a:cubicBezTo>
                    <a:pt x="76829" y="153528"/>
                    <a:pt x="65047" y="170308"/>
                    <a:pt x="60652" y="186884"/>
                  </a:cubicBezTo>
                  <a:cubicBezTo>
                    <a:pt x="60000" y="199641"/>
                    <a:pt x="55339" y="209834"/>
                    <a:pt x="49949" y="220257"/>
                  </a:cubicBezTo>
                  <a:cubicBezTo>
                    <a:pt x="38917" y="246402"/>
                    <a:pt x="36192" y="250060"/>
                    <a:pt x="28542" y="280327"/>
                  </a:cubicBezTo>
                  <a:cubicBezTo>
                    <a:pt x="25758" y="293626"/>
                    <a:pt x="24114" y="308570"/>
                    <a:pt x="21406" y="320374"/>
                  </a:cubicBezTo>
                  <a:cubicBezTo>
                    <a:pt x="20777" y="334038"/>
                    <a:pt x="17331" y="343555"/>
                    <a:pt x="14270" y="353746"/>
                  </a:cubicBezTo>
                  <a:cubicBezTo>
                    <a:pt x="13116" y="365730"/>
                    <a:pt x="9182" y="378107"/>
                    <a:pt x="7135" y="393793"/>
                  </a:cubicBezTo>
                  <a:cubicBezTo>
                    <a:pt x="3997" y="420214"/>
                    <a:pt x="0" y="473886"/>
                    <a:pt x="0" y="473886"/>
                  </a:cubicBezTo>
                  <a:cubicBezTo>
                    <a:pt x="-3061" y="488780"/>
                    <a:pt x="-4429" y="608482"/>
                    <a:pt x="7135" y="667445"/>
                  </a:cubicBezTo>
                  <a:cubicBezTo>
                    <a:pt x="11408" y="691111"/>
                    <a:pt x="15829" y="712587"/>
                    <a:pt x="24974" y="734190"/>
                  </a:cubicBezTo>
                  <a:cubicBezTo>
                    <a:pt x="27849" y="744203"/>
                    <a:pt x="32683" y="753448"/>
                    <a:pt x="35677" y="760887"/>
                  </a:cubicBezTo>
                  <a:cubicBezTo>
                    <a:pt x="44737" y="780212"/>
                    <a:pt x="53364" y="800929"/>
                    <a:pt x="64220" y="814283"/>
                  </a:cubicBezTo>
                  <a:cubicBezTo>
                    <a:pt x="104967" y="870671"/>
                    <a:pt x="44532" y="803123"/>
                    <a:pt x="103466" y="854330"/>
                  </a:cubicBezTo>
                  <a:cubicBezTo>
                    <a:pt x="131572" y="884858"/>
                    <a:pt x="107731" y="873449"/>
                    <a:pt x="142711" y="887702"/>
                  </a:cubicBezTo>
                  <a:cubicBezTo>
                    <a:pt x="160208" y="891798"/>
                    <a:pt x="173203" y="905342"/>
                    <a:pt x="192661" y="914400"/>
                  </a:cubicBezTo>
                  <a:cubicBezTo>
                    <a:pt x="201895" y="919632"/>
                    <a:pt x="208884" y="926941"/>
                    <a:pt x="217635" y="927749"/>
                  </a:cubicBezTo>
                  <a:cubicBezTo>
                    <a:pt x="227943" y="928174"/>
                    <a:pt x="252985" y="936266"/>
                    <a:pt x="267585" y="934423"/>
                  </a:cubicBezTo>
                  <a:cubicBezTo>
                    <a:pt x="295656" y="938624"/>
                    <a:pt x="322203" y="930457"/>
                    <a:pt x="346076" y="927749"/>
                  </a:cubicBezTo>
                  <a:cubicBezTo>
                    <a:pt x="354646" y="926575"/>
                    <a:pt x="384019" y="917429"/>
                    <a:pt x="392457" y="914400"/>
                  </a:cubicBezTo>
                  <a:cubicBezTo>
                    <a:pt x="403598" y="905243"/>
                    <a:pt x="414086" y="899445"/>
                    <a:pt x="428135" y="887702"/>
                  </a:cubicBezTo>
                  <a:cubicBezTo>
                    <a:pt x="432582" y="884730"/>
                    <a:pt x="438194" y="877621"/>
                    <a:pt x="442407" y="874353"/>
                  </a:cubicBezTo>
                  <a:cubicBezTo>
                    <a:pt x="448599" y="869802"/>
                    <a:pt x="455580" y="866264"/>
                    <a:pt x="460246" y="861004"/>
                  </a:cubicBezTo>
                  <a:cubicBezTo>
                    <a:pt x="465224" y="857560"/>
                    <a:pt x="469832" y="845317"/>
                    <a:pt x="474517" y="840981"/>
                  </a:cubicBezTo>
                  <a:cubicBezTo>
                    <a:pt x="477391" y="835655"/>
                    <a:pt x="484717" y="833381"/>
                    <a:pt x="488788" y="827632"/>
                  </a:cubicBezTo>
                  <a:cubicBezTo>
                    <a:pt x="500514" y="813040"/>
                    <a:pt x="508526" y="799125"/>
                    <a:pt x="520898" y="780911"/>
                  </a:cubicBezTo>
                  <a:cubicBezTo>
                    <a:pt x="541310" y="766570"/>
                    <a:pt x="558775" y="746194"/>
                    <a:pt x="567280" y="707492"/>
                  </a:cubicBezTo>
                  <a:cubicBezTo>
                    <a:pt x="579817" y="656299"/>
                    <a:pt x="575163" y="674096"/>
                    <a:pt x="588686" y="640747"/>
                  </a:cubicBezTo>
                  <a:cubicBezTo>
                    <a:pt x="594718" y="551810"/>
                    <a:pt x="586024" y="694384"/>
                    <a:pt x="599390" y="580677"/>
                  </a:cubicBezTo>
                  <a:cubicBezTo>
                    <a:pt x="604352" y="549971"/>
                    <a:pt x="612086" y="500841"/>
                    <a:pt x="613661" y="460537"/>
                  </a:cubicBezTo>
                  <a:cubicBezTo>
                    <a:pt x="621780" y="415320"/>
                    <a:pt x="618327" y="440443"/>
                    <a:pt x="620797" y="387118"/>
                  </a:cubicBezTo>
                  <a:cubicBezTo>
                    <a:pt x="620324" y="367388"/>
                    <a:pt x="621765" y="343222"/>
                    <a:pt x="617229" y="320374"/>
                  </a:cubicBezTo>
                  <a:cubicBezTo>
                    <a:pt x="612897" y="291874"/>
                    <a:pt x="593333" y="235430"/>
                    <a:pt x="588686" y="220257"/>
                  </a:cubicBezTo>
                  <a:cubicBezTo>
                    <a:pt x="574296" y="172546"/>
                    <a:pt x="556450" y="133766"/>
                    <a:pt x="531602" y="100117"/>
                  </a:cubicBezTo>
                  <a:cubicBezTo>
                    <a:pt x="517415" y="90617"/>
                    <a:pt x="503881" y="71305"/>
                    <a:pt x="488788" y="60070"/>
                  </a:cubicBezTo>
                  <a:cubicBezTo>
                    <a:pt x="456518" y="41329"/>
                    <a:pt x="407602" y="37787"/>
                    <a:pt x="381754" y="33372"/>
                  </a:cubicBezTo>
                  <a:cubicBezTo>
                    <a:pt x="331941" y="49162"/>
                    <a:pt x="307964" y="40130"/>
                    <a:pt x="274720" y="46721"/>
                  </a:cubicBezTo>
                  <a:cubicBezTo>
                    <a:pt x="269224" y="47712"/>
                    <a:pt x="260290" y="49082"/>
                    <a:pt x="253313" y="53395"/>
                  </a:cubicBezTo>
                  <a:cubicBezTo>
                    <a:pt x="241273" y="59848"/>
                    <a:pt x="228887" y="74380"/>
                    <a:pt x="217635" y="80093"/>
                  </a:cubicBezTo>
                  <a:cubicBezTo>
                    <a:pt x="211286" y="84111"/>
                    <a:pt x="205436" y="86472"/>
                    <a:pt x="199796" y="93442"/>
                  </a:cubicBezTo>
                  <a:cubicBezTo>
                    <a:pt x="186252" y="121515"/>
                    <a:pt x="180003" y="120102"/>
                    <a:pt x="164118" y="146838"/>
                  </a:cubicBezTo>
                  <a:cubicBezTo>
                    <a:pt x="159050" y="170589"/>
                    <a:pt x="148393" y="189218"/>
                    <a:pt x="146279" y="220257"/>
                  </a:cubicBezTo>
                  <a:cubicBezTo>
                    <a:pt x="139579" y="253012"/>
                    <a:pt x="148875" y="302533"/>
                    <a:pt x="149847" y="340397"/>
                  </a:cubicBezTo>
                  <a:cubicBezTo>
                    <a:pt x="150204" y="347401"/>
                    <a:pt x="153415" y="360419"/>
                    <a:pt x="153415" y="36042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540630 w 1161354"/>
                        <a:gd name="connsiteY0" fmla="*/ 6674 h 934423"/>
                        <a:gd name="connsiteX1" fmla="*/ 480560 w 1161354"/>
                        <a:gd name="connsiteY1" fmla="*/ 0 h 934423"/>
                        <a:gd name="connsiteX2" fmla="*/ 407141 w 1161354"/>
                        <a:gd name="connsiteY2" fmla="*/ 6674 h 934423"/>
                        <a:gd name="connsiteX3" fmla="*/ 387118 w 1161354"/>
                        <a:gd name="connsiteY3" fmla="*/ 13349 h 934423"/>
                        <a:gd name="connsiteX4" fmla="*/ 260303 w 1161354"/>
                        <a:gd name="connsiteY4" fmla="*/ 66744 h 934423"/>
                        <a:gd name="connsiteX5" fmla="*/ 233605 w 1161354"/>
                        <a:gd name="connsiteY5" fmla="*/ 86768 h 934423"/>
                        <a:gd name="connsiteX6" fmla="*/ 160186 w 1161354"/>
                        <a:gd name="connsiteY6" fmla="*/ 140163 h 934423"/>
                        <a:gd name="connsiteX7" fmla="*/ 113465 w 1161354"/>
                        <a:gd name="connsiteY7" fmla="*/ 186884 h 934423"/>
                        <a:gd name="connsiteX8" fmla="*/ 93442 w 1161354"/>
                        <a:gd name="connsiteY8" fmla="*/ 220257 h 934423"/>
                        <a:gd name="connsiteX9" fmla="*/ 53395 w 1161354"/>
                        <a:gd name="connsiteY9" fmla="*/ 280327 h 934423"/>
                        <a:gd name="connsiteX10" fmla="*/ 40046 w 1161354"/>
                        <a:gd name="connsiteY10" fmla="*/ 320374 h 934423"/>
                        <a:gd name="connsiteX11" fmla="*/ 26697 w 1161354"/>
                        <a:gd name="connsiteY11" fmla="*/ 353746 h 934423"/>
                        <a:gd name="connsiteX12" fmla="*/ 13349 w 1161354"/>
                        <a:gd name="connsiteY12" fmla="*/ 393793 h 934423"/>
                        <a:gd name="connsiteX13" fmla="*/ 0 w 1161354"/>
                        <a:gd name="connsiteY13" fmla="*/ 473886 h 934423"/>
                        <a:gd name="connsiteX14" fmla="*/ 13349 w 1161354"/>
                        <a:gd name="connsiteY14" fmla="*/ 667445 h 934423"/>
                        <a:gd name="connsiteX15" fmla="*/ 46721 w 1161354"/>
                        <a:gd name="connsiteY15" fmla="*/ 734190 h 934423"/>
                        <a:gd name="connsiteX16" fmla="*/ 66744 w 1161354"/>
                        <a:gd name="connsiteY16" fmla="*/ 760887 h 934423"/>
                        <a:gd name="connsiteX17" fmla="*/ 120140 w 1161354"/>
                        <a:gd name="connsiteY17" fmla="*/ 814283 h 934423"/>
                        <a:gd name="connsiteX18" fmla="*/ 193559 w 1161354"/>
                        <a:gd name="connsiteY18" fmla="*/ 854330 h 934423"/>
                        <a:gd name="connsiteX19" fmla="*/ 266978 w 1161354"/>
                        <a:gd name="connsiteY19" fmla="*/ 887702 h 934423"/>
                        <a:gd name="connsiteX20" fmla="*/ 360420 w 1161354"/>
                        <a:gd name="connsiteY20" fmla="*/ 914400 h 934423"/>
                        <a:gd name="connsiteX21" fmla="*/ 407141 w 1161354"/>
                        <a:gd name="connsiteY21" fmla="*/ 927749 h 934423"/>
                        <a:gd name="connsiteX22" fmla="*/ 500584 w 1161354"/>
                        <a:gd name="connsiteY22" fmla="*/ 934423 h 934423"/>
                        <a:gd name="connsiteX23" fmla="*/ 647422 w 1161354"/>
                        <a:gd name="connsiteY23" fmla="*/ 927749 h 934423"/>
                        <a:gd name="connsiteX24" fmla="*/ 734189 w 1161354"/>
                        <a:gd name="connsiteY24" fmla="*/ 914400 h 934423"/>
                        <a:gd name="connsiteX25" fmla="*/ 800934 w 1161354"/>
                        <a:gd name="connsiteY25" fmla="*/ 887702 h 934423"/>
                        <a:gd name="connsiteX26" fmla="*/ 827632 w 1161354"/>
                        <a:gd name="connsiteY26" fmla="*/ 874353 h 934423"/>
                        <a:gd name="connsiteX27" fmla="*/ 861004 w 1161354"/>
                        <a:gd name="connsiteY27" fmla="*/ 861004 h 934423"/>
                        <a:gd name="connsiteX28" fmla="*/ 887702 w 1161354"/>
                        <a:gd name="connsiteY28" fmla="*/ 840981 h 934423"/>
                        <a:gd name="connsiteX29" fmla="*/ 914400 w 1161354"/>
                        <a:gd name="connsiteY29" fmla="*/ 827632 h 934423"/>
                        <a:gd name="connsiteX30" fmla="*/ 974470 w 1161354"/>
                        <a:gd name="connsiteY30" fmla="*/ 780911 h 934423"/>
                        <a:gd name="connsiteX31" fmla="*/ 1061238 w 1161354"/>
                        <a:gd name="connsiteY31" fmla="*/ 707492 h 934423"/>
                        <a:gd name="connsiteX32" fmla="*/ 1101284 w 1161354"/>
                        <a:gd name="connsiteY32" fmla="*/ 640747 h 934423"/>
                        <a:gd name="connsiteX33" fmla="*/ 1121308 w 1161354"/>
                        <a:gd name="connsiteY33" fmla="*/ 580677 h 934423"/>
                        <a:gd name="connsiteX34" fmla="*/ 1148005 w 1161354"/>
                        <a:gd name="connsiteY34" fmla="*/ 460537 h 934423"/>
                        <a:gd name="connsiteX35" fmla="*/ 1161354 w 1161354"/>
                        <a:gd name="connsiteY35" fmla="*/ 387118 h 934423"/>
                        <a:gd name="connsiteX36" fmla="*/ 1154680 w 1161354"/>
                        <a:gd name="connsiteY36" fmla="*/ 320374 h 934423"/>
                        <a:gd name="connsiteX37" fmla="*/ 1101284 w 1161354"/>
                        <a:gd name="connsiteY37" fmla="*/ 220257 h 934423"/>
                        <a:gd name="connsiteX38" fmla="*/ 994493 w 1161354"/>
                        <a:gd name="connsiteY38" fmla="*/ 100117 h 934423"/>
                        <a:gd name="connsiteX39" fmla="*/ 914400 w 1161354"/>
                        <a:gd name="connsiteY39" fmla="*/ 60070 h 934423"/>
                        <a:gd name="connsiteX40" fmla="*/ 714166 w 1161354"/>
                        <a:gd name="connsiteY40" fmla="*/ 33372 h 934423"/>
                        <a:gd name="connsiteX41" fmla="*/ 513932 w 1161354"/>
                        <a:gd name="connsiteY41" fmla="*/ 46721 h 934423"/>
                        <a:gd name="connsiteX42" fmla="*/ 473886 w 1161354"/>
                        <a:gd name="connsiteY42" fmla="*/ 53395 h 934423"/>
                        <a:gd name="connsiteX43" fmla="*/ 407141 w 1161354"/>
                        <a:gd name="connsiteY43" fmla="*/ 80093 h 934423"/>
                        <a:gd name="connsiteX44" fmla="*/ 373769 w 1161354"/>
                        <a:gd name="connsiteY44" fmla="*/ 93442 h 934423"/>
                        <a:gd name="connsiteX45" fmla="*/ 307024 w 1161354"/>
                        <a:gd name="connsiteY45" fmla="*/ 146838 h 934423"/>
                        <a:gd name="connsiteX46" fmla="*/ 273652 w 1161354"/>
                        <a:gd name="connsiteY46" fmla="*/ 220257 h 934423"/>
                        <a:gd name="connsiteX47" fmla="*/ 280327 w 1161354"/>
                        <a:gd name="connsiteY47" fmla="*/ 340397 h 934423"/>
                        <a:gd name="connsiteX48" fmla="*/ 287001 w 1161354"/>
                        <a:gd name="connsiteY48" fmla="*/ 360420 h 9344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61354" h="934423">
                          <a:moveTo>
                            <a:pt x="540630" y="6674"/>
                          </a:moveTo>
                          <a:cubicBezTo>
                            <a:pt x="520607" y="4449"/>
                            <a:pt x="500707" y="0"/>
                            <a:pt x="480560" y="0"/>
                          </a:cubicBezTo>
                          <a:cubicBezTo>
                            <a:pt x="455986" y="0"/>
                            <a:pt x="431468" y="3199"/>
                            <a:pt x="407141" y="6674"/>
                          </a:cubicBezTo>
                          <a:cubicBezTo>
                            <a:pt x="400176" y="7669"/>
                            <a:pt x="393883" y="11416"/>
                            <a:pt x="387118" y="13349"/>
                          </a:cubicBezTo>
                          <a:cubicBezTo>
                            <a:pt x="322116" y="31921"/>
                            <a:pt x="379073" y="4233"/>
                            <a:pt x="260303" y="66744"/>
                          </a:cubicBezTo>
                          <a:cubicBezTo>
                            <a:pt x="250459" y="71925"/>
                            <a:pt x="243038" y="80872"/>
                            <a:pt x="233605" y="86768"/>
                          </a:cubicBezTo>
                          <a:cubicBezTo>
                            <a:pt x="176209" y="122642"/>
                            <a:pt x="239930" y="66117"/>
                            <a:pt x="160186" y="140163"/>
                          </a:cubicBezTo>
                          <a:cubicBezTo>
                            <a:pt x="144046" y="155149"/>
                            <a:pt x="124796" y="167998"/>
                            <a:pt x="113465" y="186884"/>
                          </a:cubicBezTo>
                          <a:cubicBezTo>
                            <a:pt x="106791" y="198008"/>
                            <a:pt x="100638" y="209463"/>
                            <a:pt x="93442" y="220257"/>
                          </a:cubicBezTo>
                          <a:cubicBezTo>
                            <a:pt x="75838" y="246664"/>
                            <a:pt x="67245" y="249858"/>
                            <a:pt x="53395" y="280327"/>
                          </a:cubicBezTo>
                          <a:cubicBezTo>
                            <a:pt x="47572" y="293137"/>
                            <a:pt x="44855" y="307150"/>
                            <a:pt x="40046" y="320374"/>
                          </a:cubicBezTo>
                          <a:cubicBezTo>
                            <a:pt x="35952" y="331634"/>
                            <a:pt x="30791" y="342486"/>
                            <a:pt x="26697" y="353746"/>
                          </a:cubicBezTo>
                          <a:cubicBezTo>
                            <a:pt x="21888" y="366970"/>
                            <a:pt x="16401" y="380057"/>
                            <a:pt x="13349" y="393793"/>
                          </a:cubicBezTo>
                          <a:cubicBezTo>
                            <a:pt x="7478" y="420214"/>
                            <a:pt x="0" y="473886"/>
                            <a:pt x="0" y="473886"/>
                          </a:cubicBezTo>
                          <a:cubicBezTo>
                            <a:pt x="631" y="489021"/>
                            <a:pt x="-2425" y="614866"/>
                            <a:pt x="13349" y="667445"/>
                          </a:cubicBezTo>
                          <a:cubicBezTo>
                            <a:pt x="21060" y="693150"/>
                            <a:pt x="31853" y="711888"/>
                            <a:pt x="46721" y="734190"/>
                          </a:cubicBezTo>
                          <a:cubicBezTo>
                            <a:pt x="52891" y="743446"/>
                            <a:pt x="59227" y="752687"/>
                            <a:pt x="66744" y="760887"/>
                          </a:cubicBezTo>
                          <a:cubicBezTo>
                            <a:pt x="83753" y="779442"/>
                            <a:pt x="98556" y="801333"/>
                            <a:pt x="120140" y="814283"/>
                          </a:cubicBezTo>
                          <a:cubicBezTo>
                            <a:pt x="203721" y="864431"/>
                            <a:pt x="98868" y="802680"/>
                            <a:pt x="193559" y="854330"/>
                          </a:cubicBezTo>
                          <a:cubicBezTo>
                            <a:pt x="242538" y="881046"/>
                            <a:pt x="210783" y="870843"/>
                            <a:pt x="266978" y="887702"/>
                          </a:cubicBezTo>
                          <a:cubicBezTo>
                            <a:pt x="298006" y="897010"/>
                            <a:pt x="329273" y="905501"/>
                            <a:pt x="360420" y="914400"/>
                          </a:cubicBezTo>
                          <a:cubicBezTo>
                            <a:pt x="375994" y="918850"/>
                            <a:pt x="390985" y="926595"/>
                            <a:pt x="407141" y="927749"/>
                          </a:cubicBezTo>
                          <a:lnTo>
                            <a:pt x="500584" y="934423"/>
                          </a:lnTo>
                          <a:cubicBezTo>
                            <a:pt x="549530" y="932198"/>
                            <a:pt x="598542" y="931120"/>
                            <a:pt x="647422" y="927749"/>
                          </a:cubicBezTo>
                          <a:cubicBezTo>
                            <a:pt x="662061" y="926739"/>
                            <a:pt x="717747" y="917140"/>
                            <a:pt x="734189" y="914400"/>
                          </a:cubicBezTo>
                          <a:cubicBezTo>
                            <a:pt x="756437" y="905501"/>
                            <a:pt x="778909" y="897141"/>
                            <a:pt x="800934" y="887702"/>
                          </a:cubicBezTo>
                          <a:cubicBezTo>
                            <a:pt x="810079" y="883783"/>
                            <a:pt x="818540" y="878394"/>
                            <a:pt x="827632" y="874353"/>
                          </a:cubicBezTo>
                          <a:cubicBezTo>
                            <a:pt x="838580" y="869487"/>
                            <a:pt x="850531" y="866822"/>
                            <a:pt x="861004" y="861004"/>
                          </a:cubicBezTo>
                          <a:cubicBezTo>
                            <a:pt x="870728" y="855602"/>
                            <a:pt x="878269" y="846877"/>
                            <a:pt x="887702" y="840981"/>
                          </a:cubicBezTo>
                          <a:cubicBezTo>
                            <a:pt x="896139" y="835708"/>
                            <a:pt x="906219" y="833295"/>
                            <a:pt x="914400" y="827632"/>
                          </a:cubicBezTo>
                          <a:cubicBezTo>
                            <a:pt x="935256" y="813193"/>
                            <a:pt x="952718" y="793962"/>
                            <a:pt x="974470" y="780911"/>
                          </a:cubicBezTo>
                          <a:cubicBezTo>
                            <a:pt x="1008393" y="760556"/>
                            <a:pt x="1039478" y="745574"/>
                            <a:pt x="1061238" y="707492"/>
                          </a:cubicBezTo>
                          <a:cubicBezTo>
                            <a:pt x="1091915" y="653806"/>
                            <a:pt x="1077986" y="675695"/>
                            <a:pt x="1101284" y="640747"/>
                          </a:cubicBezTo>
                          <a:cubicBezTo>
                            <a:pt x="1123698" y="551097"/>
                            <a:pt x="1087791" y="689605"/>
                            <a:pt x="1121308" y="580677"/>
                          </a:cubicBezTo>
                          <a:cubicBezTo>
                            <a:pt x="1132084" y="545657"/>
                            <a:pt x="1141047" y="495326"/>
                            <a:pt x="1148005" y="460537"/>
                          </a:cubicBezTo>
                          <a:cubicBezTo>
                            <a:pt x="1157339" y="413864"/>
                            <a:pt x="1152809" y="438392"/>
                            <a:pt x="1161354" y="387118"/>
                          </a:cubicBezTo>
                          <a:cubicBezTo>
                            <a:pt x="1159129" y="364870"/>
                            <a:pt x="1159065" y="342299"/>
                            <a:pt x="1154680" y="320374"/>
                          </a:cubicBezTo>
                          <a:cubicBezTo>
                            <a:pt x="1148934" y="291641"/>
                            <a:pt x="1110166" y="235060"/>
                            <a:pt x="1101284" y="220257"/>
                          </a:cubicBezTo>
                          <a:cubicBezTo>
                            <a:pt x="1073256" y="173543"/>
                            <a:pt x="1049325" y="127533"/>
                            <a:pt x="994493" y="100117"/>
                          </a:cubicBezTo>
                          <a:cubicBezTo>
                            <a:pt x="967795" y="86768"/>
                            <a:pt x="941910" y="71653"/>
                            <a:pt x="914400" y="60070"/>
                          </a:cubicBezTo>
                          <a:cubicBezTo>
                            <a:pt x="857225" y="35996"/>
                            <a:pt x="760348" y="37388"/>
                            <a:pt x="714166" y="33372"/>
                          </a:cubicBezTo>
                          <a:lnTo>
                            <a:pt x="513932" y="46721"/>
                          </a:lnTo>
                          <a:cubicBezTo>
                            <a:pt x="500446" y="47845"/>
                            <a:pt x="486803" y="49359"/>
                            <a:pt x="473886" y="53395"/>
                          </a:cubicBezTo>
                          <a:cubicBezTo>
                            <a:pt x="451015" y="60542"/>
                            <a:pt x="429389" y="71194"/>
                            <a:pt x="407141" y="80093"/>
                          </a:cubicBezTo>
                          <a:cubicBezTo>
                            <a:pt x="396017" y="84543"/>
                            <a:pt x="383125" y="85958"/>
                            <a:pt x="373769" y="93442"/>
                          </a:cubicBezTo>
                          <a:lnTo>
                            <a:pt x="307024" y="146838"/>
                          </a:lnTo>
                          <a:cubicBezTo>
                            <a:pt x="295900" y="171311"/>
                            <a:pt x="277325" y="193627"/>
                            <a:pt x="273652" y="220257"/>
                          </a:cubicBezTo>
                          <a:cubicBezTo>
                            <a:pt x="268172" y="259989"/>
                            <a:pt x="276524" y="300469"/>
                            <a:pt x="280327" y="340397"/>
                          </a:cubicBezTo>
                          <a:cubicBezTo>
                            <a:pt x="280994" y="347401"/>
                            <a:pt x="287001" y="360420"/>
                            <a:pt x="287001" y="36042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6" name="Group 6">
            <a:extLst>
              <a:ext uri="{FF2B5EF4-FFF2-40B4-BE49-F238E27FC236}">
                <a16:creationId xmlns:a16="http://schemas.microsoft.com/office/drawing/2014/main" id="{B1FC1E18-3AF1-2EB7-67BC-F0831BC81046}"/>
              </a:ext>
            </a:extLst>
          </p:cNvPr>
          <p:cNvGrpSpPr/>
          <p:nvPr/>
        </p:nvGrpSpPr>
        <p:grpSpPr>
          <a:xfrm>
            <a:off x="6619250" y="1600734"/>
            <a:ext cx="1855048" cy="1608138"/>
            <a:chOff x="7072156" y="3330551"/>
            <a:chExt cx="1177467" cy="934424"/>
          </a:xfrm>
        </p:grpSpPr>
        <p:sp>
          <p:nvSpPr>
            <p:cNvPr id="17" name="Vrije vorm 12">
              <a:extLst>
                <a:ext uri="{FF2B5EF4-FFF2-40B4-BE49-F238E27FC236}">
                  <a16:creationId xmlns:a16="http://schemas.microsoft.com/office/drawing/2014/main" id="{6D9B5C68-EB1C-0AD5-FF9E-75B7F1970061}"/>
                </a:ext>
              </a:extLst>
            </p:cNvPr>
            <p:cNvSpPr/>
            <p:nvPr/>
          </p:nvSpPr>
          <p:spPr>
            <a:xfrm>
              <a:off x="7088269" y="3330552"/>
              <a:ext cx="1161354" cy="934423"/>
            </a:xfrm>
            <a:custGeom>
              <a:avLst/>
              <a:gdLst>
                <a:gd name="csX0" fmla="*/ 540630 w 1161354"/>
                <a:gd name="csY0" fmla="*/ 6674 h 934423"/>
                <a:gd name="csX1" fmla="*/ 480560 w 1161354"/>
                <a:gd name="csY1" fmla="*/ 0 h 934423"/>
                <a:gd name="csX2" fmla="*/ 407141 w 1161354"/>
                <a:gd name="csY2" fmla="*/ 6674 h 934423"/>
                <a:gd name="csX3" fmla="*/ 387118 w 1161354"/>
                <a:gd name="csY3" fmla="*/ 13349 h 934423"/>
                <a:gd name="csX4" fmla="*/ 260303 w 1161354"/>
                <a:gd name="csY4" fmla="*/ 66744 h 934423"/>
                <a:gd name="csX5" fmla="*/ 233605 w 1161354"/>
                <a:gd name="csY5" fmla="*/ 86768 h 934423"/>
                <a:gd name="csX6" fmla="*/ 160186 w 1161354"/>
                <a:gd name="csY6" fmla="*/ 140163 h 934423"/>
                <a:gd name="csX7" fmla="*/ 113465 w 1161354"/>
                <a:gd name="csY7" fmla="*/ 186884 h 934423"/>
                <a:gd name="csX8" fmla="*/ 93442 w 1161354"/>
                <a:gd name="csY8" fmla="*/ 220257 h 934423"/>
                <a:gd name="csX9" fmla="*/ 53395 w 1161354"/>
                <a:gd name="csY9" fmla="*/ 280327 h 934423"/>
                <a:gd name="csX10" fmla="*/ 40046 w 1161354"/>
                <a:gd name="csY10" fmla="*/ 320374 h 934423"/>
                <a:gd name="csX11" fmla="*/ 26697 w 1161354"/>
                <a:gd name="csY11" fmla="*/ 353746 h 934423"/>
                <a:gd name="csX12" fmla="*/ 13349 w 1161354"/>
                <a:gd name="csY12" fmla="*/ 393793 h 934423"/>
                <a:gd name="csX13" fmla="*/ 0 w 1161354"/>
                <a:gd name="csY13" fmla="*/ 473886 h 934423"/>
                <a:gd name="csX14" fmla="*/ 13349 w 1161354"/>
                <a:gd name="csY14" fmla="*/ 667445 h 934423"/>
                <a:gd name="csX15" fmla="*/ 46721 w 1161354"/>
                <a:gd name="csY15" fmla="*/ 734190 h 934423"/>
                <a:gd name="csX16" fmla="*/ 66744 w 1161354"/>
                <a:gd name="csY16" fmla="*/ 760887 h 934423"/>
                <a:gd name="csX17" fmla="*/ 120140 w 1161354"/>
                <a:gd name="csY17" fmla="*/ 814283 h 934423"/>
                <a:gd name="csX18" fmla="*/ 193559 w 1161354"/>
                <a:gd name="csY18" fmla="*/ 854330 h 934423"/>
                <a:gd name="csX19" fmla="*/ 266978 w 1161354"/>
                <a:gd name="csY19" fmla="*/ 887702 h 934423"/>
                <a:gd name="csX20" fmla="*/ 360420 w 1161354"/>
                <a:gd name="csY20" fmla="*/ 914400 h 934423"/>
                <a:gd name="csX21" fmla="*/ 407141 w 1161354"/>
                <a:gd name="csY21" fmla="*/ 927749 h 934423"/>
                <a:gd name="csX22" fmla="*/ 500584 w 1161354"/>
                <a:gd name="csY22" fmla="*/ 934423 h 934423"/>
                <a:gd name="csX23" fmla="*/ 647422 w 1161354"/>
                <a:gd name="csY23" fmla="*/ 927749 h 934423"/>
                <a:gd name="csX24" fmla="*/ 734189 w 1161354"/>
                <a:gd name="csY24" fmla="*/ 914400 h 934423"/>
                <a:gd name="csX25" fmla="*/ 800934 w 1161354"/>
                <a:gd name="csY25" fmla="*/ 887702 h 934423"/>
                <a:gd name="csX26" fmla="*/ 827632 w 1161354"/>
                <a:gd name="csY26" fmla="*/ 874353 h 934423"/>
                <a:gd name="csX27" fmla="*/ 861004 w 1161354"/>
                <a:gd name="csY27" fmla="*/ 861004 h 934423"/>
                <a:gd name="csX28" fmla="*/ 887702 w 1161354"/>
                <a:gd name="csY28" fmla="*/ 840981 h 934423"/>
                <a:gd name="csX29" fmla="*/ 914400 w 1161354"/>
                <a:gd name="csY29" fmla="*/ 827632 h 934423"/>
                <a:gd name="csX30" fmla="*/ 974470 w 1161354"/>
                <a:gd name="csY30" fmla="*/ 780911 h 934423"/>
                <a:gd name="csX31" fmla="*/ 1061238 w 1161354"/>
                <a:gd name="csY31" fmla="*/ 707492 h 934423"/>
                <a:gd name="csX32" fmla="*/ 1101284 w 1161354"/>
                <a:gd name="csY32" fmla="*/ 640747 h 934423"/>
                <a:gd name="csX33" fmla="*/ 1121308 w 1161354"/>
                <a:gd name="csY33" fmla="*/ 580677 h 934423"/>
                <a:gd name="csX34" fmla="*/ 1148005 w 1161354"/>
                <a:gd name="csY34" fmla="*/ 460537 h 934423"/>
                <a:gd name="csX35" fmla="*/ 1161354 w 1161354"/>
                <a:gd name="csY35" fmla="*/ 387118 h 934423"/>
                <a:gd name="csX36" fmla="*/ 1154680 w 1161354"/>
                <a:gd name="csY36" fmla="*/ 320374 h 934423"/>
                <a:gd name="csX37" fmla="*/ 1101284 w 1161354"/>
                <a:gd name="csY37" fmla="*/ 220257 h 934423"/>
                <a:gd name="csX38" fmla="*/ 994493 w 1161354"/>
                <a:gd name="csY38" fmla="*/ 100117 h 934423"/>
                <a:gd name="csX39" fmla="*/ 914400 w 1161354"/>
                <a:gd name="csY39" fmla="*/ 60070 h 934423"/>
                <a:gd name="csX40" fmla="*/ 714166 w 1161354"/>
                <a:gd name="csY40" fmla="*/ 33372 h 934423"/>
                <a:gd name="csX41" fmla="*/ 513932 w 1161354"/>
                <a:gd name="csY41" fmla="*/ 46721 h 934423"/>
                <a:gd name="csX42" fmla="*/ 473886 w 1161354"/>
                <a:gd name="csY42" fmla="*/ 53395 h 934423"/>
                <a:gd name="csX43" fmla="*/ 407141 w 1161354"/>
                <a:gd name="csY43" fmla="*/ 80093 h 934423"/>
                <a:gd name="csX44" fmla="*/ 373769 w 1161354"/>
                <a:gd name="csY44" fmla="*/ 93442 h 934423"/>
                <a:gd name="csX45" fmla="*/ 307024 w 1161354"/>
                <a:gd name="csY45" fmla="*/ 146838 h 934423"/>
                <a:gd name="csX46" fmla="*/ 273652 w 1161354"/>
                <a:gd name="csY46" fmla="*/ 220257 h 934423"/>
                <a:gd name="csX47" fmla="*/ 280327 w 1161354"/>
                <a:gd name="csY47" fmla="*/ 340397 h 934423"/>
                <a:gd name="csX48" fmla="*/ 287001 w 1161354"/>
                <a:gd name="csY48" fmla="*/ 360420 h 93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1161354" h="934423" extrusionOk="0">
                  <a:moveTo>
                    <a:pt x="540630" y="6674"/>
                  </a:moveTo>
                  <a:cubicBezTo>
                    <a:pt x="520074" y="4120"/>
                    <a:pt x="500110" y="224"/>
                    <a:pt x="480560" y="0"/>
                  </a:cubicBezTo>
                  <a:cubicBezTo>
                    <a:pt x="461765" y="1217"/>
                    <a:pt x="429030" y="3277"/>
                    <a:pt x="407141" y="6674"/>
                  </a:cubicBezTo>
                  <a:cubicBezTo>
                    <a:pt x="399382" y="8445"/>
                    <a:pt x="393747" y="12169"/>
                    <a:pt x="387118" y="13349"/>
                  </a:cubicBezTo>
                  <a:cubicBezTo>
                    <a:pt x="315093" y="28078"/>
                    <a:pt x="386097" y="7589"/>
                    <a:pt x="260303" y="66744"/>
                  </a:cubicBezTo>
                  <a:cubicBezTo>
                    <a:pt x="251175" y="72010"/>
                    <a:pt x="244367" y="78137"/>
                    <a:pt x="233605" y="86768"/>
                  </a:cubicBezTo>
                  <a:cubicBezTo>
                    <a:pt x="153191" y="119117"/>
                    <a:pt x="224864" y="80302"/>
                    <a:pt x="160186" y="140163"/>
                  </a:cubicBezTo>
                  <a:cubicBezTo>
                    <a:pt x="143680" y="151657"/>
                    <a:pt x="121849" y="172094"/>
                    <a:pt x="113465" y="186884"/>
                  </a:cubicBezTo>
                  <a:cubicBezTo>
                    <a:pt x="107030" y="198142"/>
                    <a:pt x="104286" y="210340"/>
                    <a:pt x="93442" y="220257"/>
                  </a:cubicBezTo>
                  <a:cubicBezTo>
                    <a:pt x="73776" y="246331"/>
                    <a:pt x="68228" y="250662"/>
                    <a:pt x="53395" y="280327"/>
                  </a:cubicBezTo>
                  <a:cubicBezTo>
                    <a:pt x="48626" y="294707"/>
                    <a:pt x="45032" y="308982"/>
                    <a:pt x="40046" y="320374"/>
                  </a:cubicBezTo>
                  <a:cubicBezTo>
                    <a:pt x="37230" y="333603"/>
                    <a:pt x="32379" y="344431"/>
                    <a:pt x="26697" y="353746"/>
                  </a:cubicBezTo>
                  <a:cubicBezTo>
                    <a:pt x="23809" y="365288"/>
                    <a:pt x="16673" y="378777"/>
                    <a:pt x="13349" y="393793"/>
                  </a:cubicBezTo>
                  <a:cubicBezTo>
                    <a:pt x="7478" y="420214"/>
                    <a:pt x="0" y="473886"/>
                    <a:pt x="0" y="473886"/>
                  </a:cubicBezTo>
                  <a:cubicBezTo>
                    <a:pt x="-8362" y="488383"/>
                    <a:pt x="-6332" y="606902"/>
                    <a:pt x="13349" y="667445"/>
                  </a:cubicBezTo>
                  <a:cubicBezTo>
                    <a:pt x="21461" y="687725"/>
                    <a:pt x="26645" y="714929"/>
                    <a:pt x="46721" y="734190"/>
                  </a:cubicBezTo>
                  <a:cubicBezTo>
                    <a:pt x="52235" y="744618"/>
                    <a:pt x="60115" y="753347"/>
                    <a:pt x="66744" y="760887"/>
                  </a:cubicBezTo>
                  <a:cubicBezTo>
                    <a:pt x="83712" y="780418"/>
                    <a:pt x="99186" y="800959"/>
                    <a:pt x="120140" y="814283"/>
                  </a:cubicBezTo>
                  <a:cubicBezTo>
                    <a:pt x="189483" y="887034"/>
                    <a:pt x="95874" y="802840"/>
                    <a:pt x="193559" y="854330"/>
                  </a:cubicBezTo>
                  <a:cubicBezTo>
                    <a:pt x="246015" y="887930"/>
                    <a:pt x="206170" y="873276"/>
                    <a:pt x="266978" y="887702"/>
                  </a:cubicBezTo>
                  <a:cubicBezTo>
                    <a:pt x="299350" y="889325"/>
                    <a:pt x="324990" y="905259"/>
                    <a:pt x="360420" y="914400"/>
                  </a:cubicBezTo>
                  <a:cubicBezTo>
                    <a:pt x="377563" y="920201"/>
                    <a:pt x="390396" y="928372"/>
                    <a:pt x="407141" y="927749"/>
                  </a:cubicBezTo>
                  <a:cubicBezTo>
                    <a:pt x="429082" y="924236"/>
                    <a:pt x="468046" y="932948"/>
                    <a:pt x="500584" y="934423"/>
                  </a:cubicBezTo>
                  <a:cubicBezTo>
                    <a:pt x="551902" y="940187"/>
                    <a:pt x="599591" y="930811"/>
                    <a:pt x="647422" y="927749"/>
                  </a:cubicBezTo>
                  <a:cubicBezTo>
                    <a:pt x="664625" y="926177"/>
                    <a:pt x="718952" y="918133"/>
                    <a:pt x="734189" y="914400"/>
                  </a:cubicBezTo>
                  <a:cubicBezTo>
                    <a:pt x="752130" y="904026"/>
                    <a:pt x="774261" y="901846"/>
                    <a:pt x="800934" y="887702"/>
                  </a:cubicBezTo>
                  <a:cubicBezTo>
                    <a:pt x="808987" y="886119"/>
                    <a:pt x="820183" y="876432"/>
                    <a:pt x="827632" y="874353"/>
                  </a:cubicBezTo>
                  <a:cubicBezTo>
                    <a:pt x="839417" y="870263"/>
                    <a:pt x="851220" y="866410"/>
                    <a:pt x="861004" y="861004"/>
                  </a:cubicBezTo>
                  <a:cubicBezTo>
                    <a:pt x="870360" y="858871"/>
                    <a:pt x="878963" y="843850"/>
                    <a:pt x="887702" y="840981"/>
                  </a:cubicBezTo>
                  <a:cubicBezTo>
                    <a:pt x="895152" y="835676"/>
                    <a:pt x="908474" y="833940"/>
                    <a:pt x="914400" y="827632"/>
                  </a:cubicBezTo>
                  <a:cubicBezTo>
                    <a:pt x="939955" y="811949"/>
                    <a:pt x="951716" y="800900"/>
                    <a:pt x="974470" y="780911"/>
                  </a:cubicBezTo>
                  <a:cubicBezTo>
                    <a:pt x="1009050" y="762292"/>
                    <a:pt x="1042449" y="746163"/>
                    <a:pt x="1061238" y="707492"/>
                  </a:cubicBezTo>
                  <a:cubicBezTo>
                    <a:pt x="1088256" y="656168"/>
                    <a:pt x="1075379" y="671793"/>
                    <a:pt x="1101284" y="640747"/>
                  </a:cubicBezTo>
                  <a:cubicBezTo>
                    <a:pt x="1094925" y="554547"/>
                    <a:pt x="1098809" y="701177"/>
                    <a:pt x="1121308" y="580677"/>
                  </a:cubicBezTo>
                  <a:cubicBezTo>
                    <a:pt x="1130894" y="552088"/>
                    <a:pt x="1142542" y="499169"/>
                    <a:pt x="1148005" y="460537"/>
                  </a:cubicBezTo>
                  <a:cubicBezTo>
                    <a:pt x="1162021" y="416042"/>
                    <a:pt x="1155862" y="441376"/>
                    <a:pt x="1161354" y="387118"/>
                  </a:cubicBezTo>
                  <a:cubicBezTo>
                    <a:pt x="1159345" y="365629"/>
                    <a:pt x="1162592" y="343784"/>
                    <a:pt x="1154680" y="320374"/>
                  </a:cubicBezTo>
                  <a:cubicBezTo>
                    <a:pt x="1147552" y="291896"/>
                    <a:pt x="1108833" y="239942"/>
                    <a:pt x="1101284" y="220257"/>
                  </a:cubicBezTo>
                  <a:cubicBezTo>
                    <a:pt x="1075155" y="170345"/>
                    <a:pt x="1043659" y="135448"/>
                    <a:pt x="994493" y="100117"/>
                  </a:cubicBezTo>
                  <a:cubicBezTo>
                    <a:pt x="967891" y="91115"/>
                    <a:pt x="943482" y="70243"/>
                    <a:pt x="914400" y="60070"/>
                  </a:cubicBezTo>
                  <a:cubicBezTo>
                    <a:pt x="854410" y="44786"/>
                    <a:pt x="772367" y="41511"/>
                    <a:pt x="714166" y="33372"/>
                  </a:cubicBezTo>
                  <a:cubicBezTo>
                    <a:pt x="638328" y="39161"/>
                    <a:pt x="603168" y="34474"/>
                    <a:pt x="513932" y="46721"/>
                  </a:cubicBezTo>
                  <a:cubicBezTo>
                    <a:pt x="500747" y="47822"/>
                    <a:pt x="487044" y="48426"/>
                    <a:pt x="473886" y="53395"/>
                  </a:cubicBezTo>
                  <a:cubicBezTo>
                    <a:pt x="451263" y="59612"/>
                    <a:pt x="428596" y="75132"/>
                    <a:pt x="407141" y="80093"/>
                  </a:cubicBezTo>
                  <a:cubicBezTo>
                    <a:pt x="393747" y="82110"/>
                    <a:pt x="385376" y="87771"/>
                    <a:pt x="373769" y="93442"/>
                  </a:cubicBezTo>
                  <a:cubicBezTo>
                    <a:pt x="351037" y="122659"/>
                    <a:pt x="322372" y="130994"/>
                    <a:pt x="307024" y="146838"/>
                  </a:cubicBezTo>
                  <a:cubicBezTo>
                    <a:pt x="300069" y="167883"/>
                    <a:pt x="277412" y="191091"/>
                    <a:pt x="273652" y="220257"/>
                  </a:cubicBezTo>
                  <a:cubicBezTo>
                    <a:pt x="266179" y="256303"/>
                    <a:pt x="278465" y="304243"/>
                    <a:pt x="280327" y="340397"/>
                  </a:cubicBezTo>
                  <a:cubicBezTo>
                    <a:pt x="280994" y="347401"/>
                    <a:pt x="287001" y="360419"/>
                    <a:pt x="287001" y="36042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540630 w 1161354"/>
                        <a:gd name="connsiteY0" fmla="*/ 6674 h 934423"/>
                        <a:gd name="connsiteX1" fmla="*/ 480560 w 1161354"/>
                        <a:gd name="connsiteY1" fmla="*/ 0 h 934423"/>
                        <a:gd name="connsiteX2" fmla="*/ 407141 w 1161354"/>
                        <a:gd name="connsiteY2" fmla="*/ 6674 h 934423"/>
                        <a:gd name="connsiteX3" fmla="*/ 387118 w 1161354"/>
                        <a:gd name="connsiteY3" fmla="*/ 13349 h 934423"/>
                        <a:gd name="connsiteX4" fmla="*/ 260303 w 1161354"/>
                        <a:gd name="connsiteY4" fmla="*/ 66744 h 934423"/>
                        <a:gd name="connsiteX5" fmla="*/ 233605 w 1161354"/>
                        <a:gd name="connsiteY5" fmla="*/ 86768 h 934423"/>
                        <a:gd name="connsiteX6" fmla="*/ 160186 w 1161354"/>
                        <a:gd name="connsiteY6" fmla="*/ 140163 h 934423"/>
                        <a:gd name="connsiteX7" fmla="*/ 113465 w 1161354"/>
                        <a:gd name="connsiteY7" fmla="*/ 186884 h 934423"/>
                        <a:gd name="connsiteX8" fmla="*/ 93442 w 1161354"/>
                        <a:gd name="connsiteY8" fmla="*/ 220257 h 934423"/>
                        <a:gd name="connsiteX9" fmla="*/ 53395 w 1161354"/>
                        <a:gd name="connsiteY9" fmla="*/ 280327 h 934423"/>
                        <a:gd name="connsiteX10" fmla="*/ 40046 w 1161354"/>
                        <a:gd name="connsiteY10" fmla="*/ 320374 h 934423"/>
                        <a:gd name="connsiteX11" fmla="*/ 26697 w 1161354"/>
                        <a:gd name="connsiteY11" fmla="*/ 353746 h 934423"/>
                        <a:gd name="connsiteX12" fmla="*/ 13349 w 1161354"/>
                        <a:gd name="connsiteY12" fmla="*/ 393793 h 934423"/>
                        <a:gd name="connsiteX13" fmla="*/ 0 w 1161354"/>
                        <a:gd name="connsiteY13" fmla="*/ 473886 h 934423"/>
                        <a:gd name="connsiteX14" fmla="*/ 13349 w 1161354"/>
                        <a:gd name="connsiteY14" fmla="*/ 667445 h 934423"/>
                        <a:gd name="connsiteX15" fmla="*/ 46721 w 1161354"/>
                        <a:gd name="connsiteY15" fmla="*/ 734190 h 934423"/>
                        <a:gd name="connsiteX16" fmla="*/ 66744 w 1161354"/>
                        <a:gd name="connsiteY16" fmla="*/ 760887 h 934423"/>
                        <a:gd name="connsiteX17" fmla="*/ 120140 w 1161354"/>
                        <a:gd name="connsiteY17" fmla="*/ 814283 h 934423"/>
                        <a:gd name="connsiteX18" fmla="*/ 193559 w 1161354"/>
                        <a:gd name="connsiteY18" fmla="*/ 854330 h 934423"/>
                        <a:gd name="connsiteX19" fmla="*/ 266978 w 1161354"/>
                        <a:gd name="connsiteY19" fmla="*/ 887702 h 934423"/>
                        <a:gd name="connsiteX20" fmla="*/ 360420 w 1161354"/>
                        <a:gd name="connsiteY20" fmla="*/ 914400 h 934423"/>
                        <a:gd name="connsiteX21" fmla="*/ 407141 w 1161354"/>
                        <a:gd name="connsiteY21" fmla="*/ 927749 h 934423"/>
                        <a:gd name="connsiteX22" fmla="*/ 500584 w 1161354"/>
                        <a:gd name="connsiteY22" fmla="*/ 934423 h 934423"/>
                        <a:gd name="connsiteX23" fmla="*/ 647422 w 1161354"/>
                        <a:gd name="connsiteY23" fmla="*/ 927749 h 934423"/>
                        <a:gd name="connsiteX24" fmla="*/ 734189 w 1161354"/>
                        <a:gd name="connsiteY24" fmla="*/ 914400 h 934423"/>
                        <a:gd name="connsiteX25" fmla="*/ 800934 w 1161354"/>
                        <a:gd name="connsiteY25" fmla="*/ 887702 h 934423"/>
                        <a:gd name="connsiteX26" fmla="*/ 827632 w 1161354"/>
                        <a:gd name="connsiteY26" fmla="*/ 874353 h 934423"/>
                        <a:gd name="connsiteX27" fmla="*/ 861004 w 1161354"/>
                        <a:gd name="connsiteY27" fmla="*/ 861004 h 934423"/>
                        <a:gd name="connsiteX28" fmla="*/ 887702 w 1161354"/>
                        <a:gd name="connsiteY28" fmla="*/ 840981 h 934423"/>
                        <a:gd name="connsiteX29" fmla="*/ 914400 w 1161354"/>
                        <a:gd name="connsiteY29" fmla="*/ 827632 h 934423"/>
                        <a:gd name="connsiteX30" fmla="*/ 974470 w 1161354"/>
                        <a:gd name="connsiteY30" fmla="*/ 780911 h 934423"/>
                        <a:gd name="connsiteX31" fmla="*/ 1061238 w 1161354"/>
                        <a:gd name="connsiteY31" fmla="*/ 707492 h 934423"/>
                        <a:gd name="connsiteX32" fmla="*/ 1101284 w 1161354"/>
                        <a:gd name="connsiteY32" fmla="*/ 640747 h 934423"/>
                        <a:gd name="connsiteX33" fmla="*/ 1121308 w 1161354"/>
                        <a:gd name="connsiteY33" fmla="*/ 580677 h 934423"/>
                        <a:gd name="connsiteX34" fmla="*/ 1148005 w 1161354"/>
                        <a:gd name="connsiteY34" fmla="*/ 460537 h 934423"/>
                        <a:gd name="connsiteX35" fmla="*/ 1161354 w 1161354"/>
                        <a:gd name="connsiteY35" fmla="*/ 387118 h 934423"/>
                        <a:gd name="connsiteX36" fmla="*/ 1154680 w 1161354"/>
                        <a:gd name="connsiteY36" fmla="*/ 320374 h 934423"/>
                        <a:gd name="connsiteX37" fmla="*/ 1101284 w 1161354"/>
                        <a:gd name="connsiteY37" fmla="*/ 220257 h 934423"/>
                        <a:gd name="connsiteX38" fmla="*/ 994493 w 1161354"/>
                        <a:gd name="connsiteY38" fmla="*/ 100117 h 934423"/>
                        <a:gd name="connsiteX39" fmla="*/ 914400 w 1161354"/>
                        <a:gd name="connsiteY39" fmla="*/ 60070 h 934423"/>
                        <a:gd name="connsiteX40" fmla="*/ 714166 w 1161354"/>
                        <a:gd name="connsiteY40" fmla="*/ 33372 h 934423"/>
                        <a:gd name="connsiteX41" fmla="*/ 513932 w 1161354"/>
                        <a:gd name="connsiteY41" fmla="*/ 46721 h 934423"/>
                        <a:gd name="connsiteX42" fmla="*/ 473886 w 1161354"/>
                        <a:gd name="connsiteY42" fmla="*/ 53395 h 934423"/>
                        <a:gd name="connsiteX43" fmla="*/ 407141 w 1161354"/>
                        <a:gd name="connsiteY43" fmla="*/ 80093 h 934423"/>
                        <a:gd name="connsiteX44" fmla="*/ 373769 w 1161354"/>
                        <a:gd name="connsiteY44" fmla="*/ 93442 h 934423"/>
                        <a:gd name="connsiteX45" fmla="*/ 307024 w 1161354"/>
                        <a:gd name="connsiteY45" fmla="*/ 146838 h 934423"/>
                        <a:gd name="connsiteX46" fmla="*/ 273652 w 1161354"/>
                        <a:gd name="connsiteY46" fmla="*/ 220257 h 934423"/>
                        <a:gd name="connsiteX47" fmla="*/ 280327 w 1161354"/>
                        <a:gd name="connsiteY47" fmla="*/ 340397 h 934423"/>
                        <a:gd name="connsiteX48" fmla="*/ 287001 w 1161354"/>
                        <a:gd name="connsiteY48" fmla="*/ 360420 h 9344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61354" h="934423">
                          <a:moveTo>
                            <a:pt x="540630" y="6674"/>
                          </a:moveTo>
                          <a:cubicBezTo>
                            <a:pt x="520607" y="4449"/>
                            <a:pt x="500707" y="0"/>
                            <a:pt x="480560" y="0"/>
                          </a:cubicBezTo>
                          <a:cubicBezTo>
                            <a:pt x="455986" y="0"/>
                            <a:pt x="431468" y="3199"/>
                            <a:pt x="407141" y="6674"/>
                          </a:cubicBezTo>
                          <a:cubicBezTo>
                            <a:pt x="400176" y="7669"/>
                            <a:pt x="393883" y="11416"/>
                            <a:pt x="387118" y="13349"/>
                          </a:cubicBezTo>
                          <a:cubicBezTo>
                            <a:pt x="322116" y="31921"/>
                            <a:pt x="379073" y="4233"/>
                            <a:pt x="260303" y="66744"/>
                          </a:cubicBezTo>
                          <a:cubicBezTo>
                            <a:pt x="250459" y="71925"/>
                            <a:pt x="243038" y="80872"/>
                            <a:pt x="233605" y="86768"/>
                          </a:cubicBezTo>
                          <a:cubicBezTo>
                            <a:pt x="176209" y="122642"/>
                            <a:pt x="239930" y="66117"/>
                            <a:pt x="160186" y="140163"/>
                          </a:cubicBezTo>
                          <a:cubicBezTo>
                            <a:pt x="144046" y="155149"/>
                            <a:pt x="124796" y="167998"/>
                            <a:pt x="113465" y="186884"/>
                          </a:cubicBezTo>
                          <a:cubicBezTo>
                            <a:pt x="106791" y="198008"/>
                            <a:pt x="100638" y="209463"/>
                            <a:pt x="93442" y="220257"/>
                          </a:cubicBezTo>
                          <a:cubicBezTo>
                            <a:pt x="75838" y="246664"/>
                            <a:pt x="67245" y="249858"/>
                            <a:pt x="53395" y="280327"/>
                          </a:cubicBezTo>
                          <a:cubicBezTo>
                            <a:pt x="47572" y="293137"/>
                            <a:pt x="44855" y="307150"/>
                            <a:pt x="40046" y="320374"/>
                          </a:cubicBezTo>
                          <a:cubicBezTo>
                            <a:pt x="35952" y="331634"/>
                            <a:pt x="30791" y="342486"/>
                            <a:pt x="26697" y="353746"/>
                          </a:cubicBezTo>
                          <a:cubicBezTo>
                            <a:pt x="21888" y="366970"/>
                            <a:pt x="16401" y="380057"/>
                            <a:pt x="13349" y="393793"/>
                          </a:cubicBezTo>
                          <a:cubicBezTo>
                            <a:pt x="7478" y="420214"/>
                            <a:pt x="0" y="473886"/>
                            <a:pt x="0" y="473886"/>
                          </a:cubicBezTo>
                          <a:cubicBezTo>
                            <a:pt x="631" y="489021"/>
                            <a:pt x="-2425" y="614866"/>
                            <a:pt x="13349" y="667445"/>
                          </a:cubicBezTo>
                          <a:cubicBezTo>
                            <a:pt x="21060" y="693150"/>
                            <a:pt x="31853" y="711888"/>
                            <a:pt x="46721" y="734190"/>
                          </a:cubicBezTo>
                          <a:cubicBezTo>
                            <a:pt x="52891" y="743446"/>
                            <a:pt x="59227" y="752687"/>
                            <a:pt x="66744" y="760887"/>
                          </a:cubicBezTo>
                          <a:cubicBezTo>
                            <a:pt x="83753" y="779442"/>
                            <a:pt x="98556" y="801333"/>
                            <a:pt x="120140" y="814283"/>
                          </a:cubicBezTo>
                          <a:cubicBezTo>
                            <a:pt x="203721" y="864431"/>
                            <a:pt x="98868" y="802680"/>
                            <a:pt x="193559" y="854330"/>
                          </a:cubicBezTo>
                          <a:cubicBezTo>
                            <a:pt x="242538" y="881046"/>
                            <a:pt x="210783" y="870843"/>
                            <a:pt x="266978" y="887702"/>
                          </a:cubicBezTo>
                          <a:cubicBezTo>
                            <a:pt x="298006" y="897010"/>
                            <a:pt x="329273" y="905501"/>
                            <a:pt x="360420" y="914400"/>
                          </a:cubicBezTo>
                          <a:cubicBezTo>
                            <a:pt x="375994" y="918850"/>
                            <a:pt x="390985" y="926595"/>
                            <a:pt x="407141" y="927749"/>
                          </a:cubicBezTo>
                          <a:lnTo>
                            <a:pt x="500584" y="934423"/>
                          </a:lnTo>
                          <a:cubicBezTo>
                            <a:pt x="549530" y="932198"/>
                            <a:pt x="598542" y="931120"/>
                            <a:pt x="647422" y="927749"/>
                          </a:cubicBezTo>
                          <a:cubicBezTo>
                            <a:pt x="662061" y="926739"/>
                            <a:pt x="717747" y="917140"/>
                            <a:pt x="734189" y="914400"/>
                          </a:cubicBezTo>
                          <a:cubicBezTo>
                            <a:pt x="756437" y="905501"/>
                            <a:pt x="778909" y="897141"/>
                            <a:pt x="800934" y="887702"/>
                          </a:cubicBezTo>
                          <a:cubicBezTo>
                            <a:pt x="810079" y="883783"/>
                            <a:pt x="818540" y="878394"/>
                            <a:pt x="827632" y="874353"/>
                          </a:cubicBezTo>
                          <a:cubicBezTo>
                            <a:pt x="838580" y="869487"/>
                            <a:pt x="850531" y="866822"/>
                            <a:pt x="861004" y="861004"/>
                          </a:cubicBezTo>
                          <a:cubicBezTo>
                            <a:pt x="870728" y="855602"/>
                            <a:pt x="878269" y="846877"/>
                            <a:pt x="887702" y="840981"/>
                          </a:cubicBezTo>
                          <a:cubicBezTo>
                            <a:pt x="896139" y="835708"/>
                            <a:pt x="906219" y="833295"/>
                            <a:pt x="914400" y="827632"/>
                          </a:cubicBezTo>
                          <a:cubicBezTo>
                            <a:pt x="935256" y="813193"/>
                            <a:pt x="952718" y="793962"/>
                            <a:pt x="974470" y="780911"/>
                          </a:cubicBezTo>
                          <a:cubicBezTo>
                            <a:pt x="1008393" y="760556"/>
                            <a:pt x="1039478" y="745574"/>
                            <a:pt x="1061238" y="707492"/>
                          </a:cubicBezTo>
                          <a:cubicBezTo>
                            <a:pt x="1091915" y="653806"/>
                            <a:pt x="1077986" y="675695"/>
                            <a:pt x="1101284" y="640747"/>
                          </a:cubicBezTo>
                          <a:cubicBezTo>
                            <a:pt x="1123698" y="551097"/>
                            <a:pt x="1087791" y="689605"/>
                            <a:pt x="1121308" y="580677"/>
                          </a:cubicBezTo>
                          <a:cubicBezTo>
                            <a:pt x="1132084" y="545657"/>
                            <a:pt x="1141047" y="495326"/>
                            <a:pt x="1148005" y="460537"/>
                          </a:cubicBezTo>
                          <a:cubicBezTo>
                            <a:pt x="1157339" y="413864"/>
                            <a:pt x="1152809" y="438392"/>
                            <a:pt x="1161354" y="387118"/>
                          </a:cubicBezTo>
                          <a:cubicBezTo>
                            <a:pt x="1159129" y="364870"/>
                            <a:pt x="1159065" y="342299"/>
                            <a:pt x="1154680" y="320374"/>
                          </a:cubicBezTo>
                          <a:cubicBezTo>
                            <a:pt x="1148934" y="291641"/>
                            <a:pt x="1110166" y="235060"/>
                            <a:pt x="1101284" y="220257"/>
                          </a:cubicBezTo>
                          <a:cubicBezTo>
                            <a:pt x="1073256" y="173543"/>
                            <a:pt x="1049325" y="127533"/>
                            <a:pt x="994493" y="100117"/>
                          </a:cubicBezTo>
                          <a:cubicBezTo>
                            <a:pt x="967795" y="86768"/>
                            <a:pt x="941910" y="71653"/>
                            <a:pt x="914400" y="60070"/>
                          </a:cubicBezTo>
                          <a:cubicBezTo>
                            <a:pt x="857225" y="35996"/>
                            <a:pt x="760348" y="37388"/>
                            <a:pt x="714166" y="33372"/>
                          </a:cubicBezTo>
                          <a:lnTo>
                            <a:pt x="513932" y="46721"/>
                          </a:lnTo>
                          <a:cubicBezTo>
                            <a:pt x="500446" y="47845"/>
                            <a:pt x="486803" y="49359"/>
                            <a:pt x="473886" y="53395"/>
                          </a:cubicBezTo>
                          <a:cubicBezTo>
                            <a:pt x="451015" y="60542"/>
                            <a:pt x="429389" y="71194"/>
                            <a:pt x="407141" y="80093"/>
                          </a:cubicBezTo>
                          <a:cubicBezTo>
                            <a:pt x="396017" y="84543"/>
                            <a:pt x="383125" y="85958"/>
                            <a:pt x="373769" y="93442"/>
                          </a:cubicBezTo>
                          <a:lnTo>
                            <a:pt x="307024" y="146838"/>
                          </a:lnTo>
                          <a:cubicBezTo>
                            <a:pt x="295900" y="171311"/>
                            <a:pt x="277325" y="193627"/>
                            <a:pt x="273652" y="220257"/>
                          </a:cubicBezTo>
                          <a:cubicBezTo>
                            <a:pt x="268172" y="259989"/>
                            <a:pt x="276524" y="300469"/>
                            <a:pt x="280327" y="340397"/>
                          </a:cubicBezTo>
                          <a:cubicBezTo>
                            <a:pt x="280994" y="347401"/>
                            <a:pt x="287001" y="360420"/>
                            <a:pt x="287001" y="36042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Vrije vorm 13">
              <a:extLst>
                <a:ext uri="{FF2B5EF4-FFF2-40B4-BE49-F238E27FC236}">
                  <a16:creationId xmlns:a16="http://schemas.microsoft.com/office/drawing/2014/main" id="{3E515D14-71EC-38D1-AFA2-AC531B9D8558}"/>
                </a:ext>
              </a:extLst>
            </p:cNvPr>
            <p:cNvSpPr/>
            <p:nvPr/>
          </p:nvSpPr>
          <p:spPr>
            <a:xfrm rot="20581627">
              <a:off x="7072156" y="3330551"/>
              <a:ext cx="1161354" cy="934423"/>
            </a:xfrm>
            <a:custGeom>
              <a:avLst/>
              <a:gdLst>
                <a:gd name="csX0" fmla="*/ 540630 w 1161354"/>
                <a:gd name="csY0" fmla="*/ 6674 h 934423"/>
                <a:gd name="csX1" fmla="*/ 480560 w 1161354"/>
                <a:gd name="csY1" fmla="*/ 0 h 934423"/>
                <a:gd name="csX2" fmla="*/ 407141 w 1161354"/>
                <a:gd name="csY2" fmla="*/ 6674 h 934423"/>
                <a:gd name="csX3" fmla="*/ 387118 w 1161354"/>
                <a:gd name="csY3" fmla="*/ 13349 h 934423"/>
                <a:gd name="csX4" fmla="*/ 260303 w 1161354"/>
                <a:gd name="csY4" fmla="*/ 66744 h 934423"/>
                <a:gd name="csX5" fmla="*/ 233605 w 1161354"/>
                <a:gd name="csY5" fmla="*/ 86768 h 934423"/>
                <a:gd name="csX6" fmla="*/ 160186 w 1161354"/>
                <a:gd name="csY6" fmla="*/ 140163 h 934423"/>
                <a:gd name="csX7" fmla="*/ 113465 w 1161354"/>
                <a:gd name="csY7" fmla="*/ 186884 h 934423"/>
                <a:gd name="csX8" fmla="*/ 93442 w 1161354"/>
                <a:gd name="csY8" fmla="*/ 220257 h 934423"/>
                <a:gd name="csX9" fmla="*/ 53395 w 1161354"/>
                <a:gd name="csY9" fmla="*/ 280327 h 934423"/>
                <a:gd name="csX10" fmla="*/ 40046 w 1161354"/>
                <a:gd name="csY10" fmla="*/ 320374 h 934423"/>
                <a:gd name="csX11" fmla="*/ 26697 w 1161354"/>
                <a:gd name="csY11" fmla="*/ 353746 h 934423"/>
                <a:gd name="csX12" fmla="*/ 13349 w 1161354"/>
                <a:gd name="csY12" fmla="*/ 393793 h 934423"/>
                <a:gd name="csX13" fmla="*/ 0 w 1161354"/>
                <a:gd name="csY13" fmla="*/ 473886 h 934423"/>
                <a:gd name="csX14" fmla="*/ 13349 w 1161354"/>
                <a:gd name="csY14" fmla="*/ 667445 h 934423"/>
                <a:gd name="csX15" fmla="*/ 46721 w 1161354"/>
                <a:gd name="csY15" fmla="*/ 734190 h 934423"/>
                <a:gd name="csX16" fmla="*/ 66744 w 1161354"/>
                <a:gd name="csY16" fmla="*/ 760887 h 934423"/>
                <a:gd name="csX17" fmla="*/ 120140 w 1161354"/>
                <a:gd name="csY17" fmla="*/ 814283 h 934423"/>
                <a:gd name="csX18" fmla="*/ 193559 w 1161354"/>
                <a:gd name="csY18" fmla="*/ 854330 h 934423"/>
                <a:gd name="csX19" fmla="*/ 266978 w 1161354"/>
                <a:gd name="csY19" fmla="*/ 887702 h 934423"/>
                <a:gd name="csX20" fmla="*/ 360420 w 1161354"/>
                <a:gd name="csY20" fmla="*/ 914400 h 934423"/>
                <a:gd name="csX21" fmla="*/ 407141 w 1161354"/>
                <a:gd name="csY21" fmla="*/ 927749 h 934423"/>
                <a:gd name="csX22" fmla="*/ 500584 w 1161354"/>
                <a:gd name="csY22" fmla="*/ 934423 h 934423"/>
                <a:gd name="csX23" fmla="*/ 647422 w 1161354"/>
                <a:gd name="csY23" fmla="*/ 927749 h 934423"/>
                <a:gd name="csX24" fmla="*/ 734189 w 1161354"/>
                <a:gd name="csY24" fmla="*/ 914400 h 934423"/>
                <a:gd name="csX25" fmla="*/ 800934 w 1161354"/>
                <a:gd name="csY25" fmla="*/ 887702 h 934423"/>
                <a:gd name="csX26" fmla="*/ 827632 w 1161354"/>
                <a:gd name="csY26" fmla="*/ 874353 h 934423"/>
                <a:gd name="csX27" fmla="*/ 861004 w 1161354"/>
                <a:gd name="csY27" fmla="*/ 861004 h 934423"/>
                <a:gd name="csX28" fmla="*/ 887702 w 1161354"/>
                <a:gd name="csY28" fmla="*/ 840981 h 934423"/>
                <a:gd name="csX29" fmla="*/ 914400 w 1161354"/>
                <a:gd name="csY29" fmla="*/ 827632 h 934423"/>
                <a:gd name="csX30" fmla="*/ 974470 w 1161354"/>
                <a:gd name="csY30" fmla="*/ 780911 h 934423"/>
                <a:gd name="csX31" fmla="*/ 1061238 w 1161354"/>
                <a:gd name="csY31" fmla="*/ 707492 h 934423"/>
                <a:gd name="csX32" fmla="*/ 1101284 w 1161354"/>
                <a:gd name="csY32" fmla="*/ 640747 h 934423"/>
                <a:gd name="csX33" fmla="*/ 1121308 w 1161354"/>
                <a:gd name="csY33" fmla="*/ 580677 h 934423"/>
                <a:gd name="csX34" fmla="*/ 1148005 w 1161354"/>
                <a:gd name="csY34" fmla="*/ 460537 h 934423"/>
                <a:gd name="csX35" fmla="*/ 1161354 w 1161354"/>
                <a:gd name="csY35" fmla="*/ 387118 h 934423"/>
                <a:gd name="csX36" fmla="*/ 1154680 w 1161354"/>
                <a:gd name="csY36" fmla="*/ 320374 h 934423"/>
                <a:gd name="csX37" fmla="*/ 1101284 w 1161354"/>
                <a:gd name="csY37" fmla="*/ 220257 h 934423"/>
                <a:gd name="csX38" fmla="*/ 994493 w 1161354"/>
                <a:gd name="csY38" fmla="*/ 100117 h 934423"/>
                <a:gd name="csX39" fmla="*/ 914400 w 1161354"/>
                <a:gd name="csY39" fmla="*/ 60070 h 934423"/>
                <a:gd name="csX40" fmla="*/ 714166 w 1161354"/>
                <a:gd name="csY40" fmla="*/ 33372 h 934423"/>
                <a:gd name="csX41" fmla="*/ 513932 w 1161354"/>
                <a:gd name="csY41" fmla="*/ 46721 h 934423"/>
                <a:gd name="csX42" fmla="*/ 473886 w 1161354"/>
                <a:gd name="csY42" fmla="*/ 53395 h 934423"/>
                <a:gd name="csX43" fmla="*/ 407141 w 1161354"/>
                <a:gd name="csY43" fmla="*/ 80093 h 934423"/>
                <a:gd name="csX44" fmla="*/ 373769 w 1161354"/>
                <a:gd name="csY44" fmla="*/ 93442 h 934423"/>
                <a:gd name="csX45" fmla="*/ 307024 w 1161354"/>
                <a:gd name="csY45" fmla="*/ 146838 h 934423"/>
                <a:gd name="csX46" fmla="*/ 273652 w 1161354"/>
                <a:gd name="csY46" fmla="*/ 220257 h 934423"/>
                <a:gd name="csX47" fmla="*/ 280327 w 1161354"/>
                <a:gd name="csY47" fmla="*/ 340397 h 934423"/>
                <a:gd name="csX48" fmla="*/ 287001 w 1161354"/>
                <a:gd name="csY48" fmla="*/ 360420 h 93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1161354" h="934423" extrusionOk="0">
                  <a:moveTo>
                    <a:pt x="540630" y="6674"/>
                  </a:moveTo>
                  <a:cubicBezTo>
                    <a:pt x="520074" y="4120"/>
                    <a:pt x="500110" y="224"/>
                    <a:pt x="480560" y="0"/>
                  </a:cubicBezTo>
                  <a:cubicBezTo>
                    <a:pt x="461765" y="1217"/>
                    <a:pt x="429030" y="3277"/>
                    <a:pt x="407141" y="6674"/>
                  </a:cubicBezTo>
                  <a:cubicBezTo>
                    <a:pt x="399382" y="8445"/>
                    <a:pt x="393747" y="12169"/>
                    <a:pt x="387118" y="13349"/>
                  </a:cubicBezTo>
                  <a:cubicBezTo>
                    <a:pt x="315093" y="28078"/>
                    <a:pt x="386097" y="7589"/>
                    <a:pt x="260303" y="66744"/>
                  </a:cubicBezTo>
                  <a:cubicBezTo>
                    <a:pt x="251175" y="72010"/>
                    <a:pt x="244367" y="78137"/>
                    <a:pt x="233605" y="86768"/>
                  </a:cubicBezTo>
                  <a:cubicBezTo>
                    <a:pt x="153191" y="119117"/>
                    <a:pt x="224864" y="80302"/>
                    <a:pt x="160186" y="140163"/>
                  </a:cubicBezTo>
                  <a:cubicBezTo>
                    <a:pt x="143680" y="151657"/>
                    <a:pt x="121849" y="172094"/>
                    <a:pt x="113465" y="186884"/>
                  </a:cubicBezTo>
                  <a:cubicBezTo>
                    <a:pt x="107030" y="198142"/>
                    <a:pt x="104286" y="210340"/>
                    <a:pt x="93442" y="220257"/>
                  </a:cubicBezTo>
                  <a:cubicBezTo>
                    <a:pt x="73776" y="246331"/>
                    <a:pt x="68228" y="250662"/>
                    <a:pt x="53395" y="280327"/>
                  </a:cubicBezTo>
                  <a:cubicBezTo>
                    <a:pt x="48626" y="294707"/>
                    <a:pt x="45032" y="308982"/>
                    <a:pt x="40046" y="320374"/>
                  </a:cubicBezTo>
                  <a:cubicBezTo>
                    <a:pt x="37230" y="333603"/>
                    <a:pt x="32379" y="344431"/>
                    <a:pt x="26697" y="353746"/>
                  </a:cubicBezTo>
                  <a:cubicBezTo>
                    <a:pt x="23809" y="365288"/>
                    <a:pt x="16673" y="378777"/>
                    <a:pt x="13349" y="393793"/>
                  </a:cubicBezTo>
                  <a:cubicBezTo>
                    <a:pt x="7478" y="420214"/>
                    <a:pt x="0" y="473886"/>
                    <a:pt x="0" y="473886"/>
                  </a:cubicBezTo>
                  <a:cubicBezTo>
                    <a:pt x="-8362" y="488383"/>
                    <a:pt x="-6332" y="606902"/>
                    <a:pt x="13349" y="667445"/>
                  </a:cubicBezTo>
                  <a:cubicBezTo>
                    <a:pt x="21461" y="687725"/>
                    <a:pt x="26645" y="714929"/>
                    <a:pt x="46721" y="734190"/>
                  </a:cubicBezTo>
                  <a:cubicBezTo>
                    <a:pt x="52235" y="744618"/>
                    <a:pt x="60115" y="753347"/>
                    <a:pt x="66744" y="760887"/>
                  </a:cubicBezTo>
                  <a:cubicBezTo>
                    <a:pt x="83712" y="780418"/>
                    <a:pt x="99186" y="800959"/>
                    <a:pt x="120140" y="814283"/>
                  </a:cubicBezTo>
                  <a:cubicBezTo>
                    <a:pt x="189483" y="887034"/>
                    <a:pt x="95874" y="802840"/>
                    <a:pt x="193559" y="854330"/>
                  </a:cubicBezTo>
                  <a:cubicBezTo>
                    <a:pt x="246015" y="887930"/>
                    <a:pt x="206170" y="873276"/>
                    <a:pt x="266978" y="887702"/>
                  </a:cubicBezTo>
                  <a:cubicBezTo>
                    <a:pt x="299350" y="889325"/>
                    <a:pt x="324990" y="905259"/>
                    <a:pt x="360420" y="914400"/>
                  </a:cubicBezTo>
                  <a:cubicBezTo>
                    <a:pt x="377563" y="920201"/>
                    <a:pt x="390396" y="928372"/>
                    <a:pt x="407141" y="927749"/>
                  </a:cubicBezTo>
                  <a:cubicBezTo>
                    <a:pt x="429082" y="924236"/>
                    <a:pt x="468046" y="932948"/>
                    <a:pt x="500584" y="934423"/>
                  </a:cubicBezTo>
                  <a:cubicBezTo>
                    <a:pt x="551902" y="940187"/>
                    <a:pt x="599591" y="930811"/>
                    <a:pt x="647422" y="927749"/>
                  </a:cubicBezTo>
                  <a:cubicBezTo>
                    <a:pt x="664625" y="926177"/>
                    <a:pt x="718952" y="918133"/>
                    <a:pt x="734189" y="914400"/>
                  </a:cubicBezTo>
                  <a:cubicBezTo>
                    <a:pt x="752130" y="904026"/>
                    <a:pt x="774261" y="901846"/>
                    <a:pt x="800934" y="887702"/>
                  </a:cubicBezTo>
                  <a:cubicBezTo>
                    <a:pt x="808987" y="886119"/>
                    <a:pt x="820183" y="876432"/>
                    <a:pt x="827632" y="874353"/>
                  </a:cubicBezTo>
                  <a:cubicBezTo>
                    <a:pt x="839417" y="870263"/>
                    <a:pt x="851220" y="866410"/>
                    <a:pt x="861004" y="861004"/>
                  </a:cubicBezTo>
                  <a:cubicBezTo>
                    <a:pt x="870360" y="858871"/>
                    <a:pt x="878963" y="843850"/>
                    <a:pt x="887702" y="840981"/>
                  </a:cubicBezTo>
                  <a:cubicBezTo>
                    <a:pt x="895152" y="835676"/>
                    <a:pt x="908474" y="833940"/>
                    <a:pt x="914400" y="827632"/>
                  </a:cubicBezTo>
                  <a:cubicBezTo>
                    <a:pt x="939955" y="811949"/>
                    <a:pt x="951716" y="800900"/>
                    <a:pt x="974470" y="780911"/>
                  </a:cubicBezTo>
                  <a:cubicBezTo>
                    <a:pt x="1009050" y="762292"/>
                    <a:pt x="1042449" y="746163"/>
                    <a:pt x="1061238" y="707492"/>
                  </a:cubicBezTo>
                  <a:cubicBezTo>
                    <a:pt x="1088256" y="656168"/>
                    <a:pt x="1075379" y="671793"/>
                    <a:pt x="1101284" y="640747"/>
                  </a:cubicBezTo>
                  <a:cubicBezTo>
                    <a:pt x="1094925" y="554547"/>
                    <a:pt x="1098809" y="701177"/>
                    <a:pt x="1121308" y="580677"/>
                  </a:cubicBezTo>
                  <a:cubicBezTo>
                    <a:pt x="1130894" y="552088"/>
                    <a:pt x="1142542" y="499169"/>
                    <a:pt x="1148005" y="460537"/>
                  </a:cubicBezTo>
                  <a:cubicBezTo>
                    <a:pt x="1162021" y="416042"/>
                    <a:pt x="1155862" y="441376"/>
                    <a:pt x="1161354" y="387118"/>
                  </a:cubicBezTo>
                  <a:cubicBezTo>
                    <a:pt x="1159345" y="365629"/>
                    <a:pt x="1162592" y="343784"/>
                    <a:pt x="1154680" y="320374"/>
                  </a:cubicBezTo>
                  <a:cubicBezTo>
                    <a:pt x="1147552" y="291896"/>
                    <a:pt x="1108833" y="239942"/>
                    <a:pt x="1101284" y="220257"/>
                  </a:cubicBezTo>
                  <a:cubicBezTo>
                    <a:pt x="1075155" y="170345"/>
                    <a:pt x="1043659" y="135448"/>
                    <a:pt x="994493" y="100117"/>
                  </a:cubicBezTo>
                  <a:cubicBezTo>
                    <a:pt x="967891" y="91115"/>
                    <a:pt x="943482" y="70243"/>
                    <a:pt x="914400" y="60070"/>
                  </a:cubicBezTo>
                  <a:cubicBezTo>
                    <a:pt x="854410" y="44786"/>
                    <a:pt x="772367" y="41511"/>
                    <a:pt x="714166" y="33372"/>
                  </a:cubicBezTo>
                  <a:cubicBezTo>
                    <a:pt x="638328" y="39161"/>
                    <a:pt x="603168" y="34474"/>
                    <a:pt x="513932" y="46721"/>
                  </a:cubicBezTo>
                  <a:cubicBezTo>
                    <a:pt x="500747" y="47822"/>
                    <a:pt x="487044" y="48426"/>
                    <a:pt x="473886" y="53395"/>
                  </a:cubicBezTo>
                  <a:cubicBezTo>
                    <a:pt x="451263" y="59612"/>
                    <a:pt x="428596" y="75132"/>
                    <a:pt x="407141" y="80093"/>
                  </a:cubicBezTo>
                  <a:cubicBezTo>
                    <a:pt x="393747" y="82110"/>
                    <a:pt x="385376" y="87771"/>
                    <a:pt x="373769" y="93442"/>
                  </a:cubicBezTo>
                  <a:cubicBezTo>
                    <a:pt x="351037" y="122659"/>
                    <a:pt x="322372" y="130994"/>
                    <a:pt x="307024" y="146838"/>
                  </a:cubicBezTo>
                  <a:cubicBezTo>
                    <a:pt x="300069" y="167883"/>
                    <a:pt x="277412" y="191091"/>
                    <a:pt x="273652" y="220257"/>
                  </a:cubicBezTo>
                  <a:cubicBezTo>
                    <a:pt x="266179" y="256303"/>
                    <a:pt x="278465" y="304243"/>
                    <a:pt x="280327" y="340397"/>
                  </a:cubicBezTo>
                  <a:cubicBezTo>
                    <a:pt x="280994" y="347401"/>
                    <a:pt x="287001" y="360419"/>
                    <a:pt x="287001" y="36042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540630 w 1161354"/>
                        <a:gd name="connsiteY0" fmla="*/ 6674 h 934423"/>
                        <a:gd name="connsiteX1" fmla="*/ 480560 w 1161354"/>
                        <a:gd name="connsiteY1" fmla="*/ 0 h 934423"/>
                        <a:gd name="connsiteX2" fmla="*/ 407141 w 1161354"/>
                        <a:gd name="connsiteY2" fmla="*/ 6674 h 934423"/>
                        <a:gd name="connsiteX3" fmla="*/ 387118 w 1161354"/>
                        <a:gd name="connsiteY3" fmla="*/ 13349 h 934423"/>
                        <a:gd name="connsiteX4" fmla="*/ 260303 w 1161354"/>
                        <a:gd name="connsiteY4" fmla="*/ 66744 h 934423"/>
                        <a:gd name="connsiteX5" fmla="*/ 233605 w 1161354"/>
                        <a:gd name="connsiteY5" fmla="*/ 86768 h 934423"/>
                        <a:gd name="connsiteX6" fmla="*/ 160186 w 1161354"/>
                        <a:gd name="connsiteY6" fmla="*/ 140163 h 934423"/>
                        <a:gd name="connsiteX7" fmla="*/ 113465 w 1161354"/>
                        <a:gd name="connsiteY7" fmla="*/ 186884 h 934423"/>
                        <a:gd name="connsiteX8" fmla="*/ 93442 w 1161354"/>
                        <a:gd name="connsiteY8" fmla="*/ 220257 h 934423"/>
                        <a:gd name="connsiteX9" fmla="*/ 53395 w 1161354"/>
                        <a:gd name="connsiteY9" fmla="*/ 280327 h 934423"/>
                        <a:gd name="connsiteX10" fmla="*/ 40046 w 1161354"/>
                        <a:gd name="connsiteY10" fmla="*/ 320374 h 934423"/>
                        <a:gd name="connsiteX11" fmla="*/ 26697 w 1161354"/>
                        <a:gd name="connsiteY11" fmla="*/ 353746 h 934423"/>
                        <a:gd name="connsiteX12" fmla="*/ 13349 w 1161354"/>
                        <a:gd name="connsiteY12" fmla="*/ 393793 h 934423"/>
                        <a:gd name="connsiteX13" fmla="*/ 0 w 1161354"/>
                        <a:gd name="connsiteY13" fmla="*/ 473886 h 934423"/>
                        <a:gd name="connsiteX14" fmla="*/ 13349 w 1161354"/>
                        <a:gd name="connsiteY14" fmla="*/ 667445 h 934423"/>
                        <a:gd name="connsiteX15" fmla="*/ 46721 w 1161354"/>
                        <a:gd name="connsiteY15" fmla="*/ 734190 h 934423"/>
                        <a:gd name="connsiteX16" fmla="*/ 66744 w 1161354"/>
                        <a:gd name="connsiteY16" fmla="*/ 760887 h 934423"/>
                        <a:gd name="connsiteX17" fmla="*/ 120140 w 1161354"/>
                        <a:gd name="connsiteY17" fmla="*/ 814283 h 934423"/>
                        <a:gd name="connsiteX18" fmla="*/ 193559 w 1161354"/>
                        <a:gd name="connsiteY18" fmla="*/ 854330 h 934423"/>
                        <a:gd name="connsiteX19" fmla="*/ 266978 w 1161354"/>
                        <a:gd name="connsiteY19" fmla="*/ 887702 h 934423"/>
                        <a:gd name="connsiteX20" fmla="*/ 360420 w 1161354"/>
                        <a:gd name="connsiteY20" fmla="*/ 914400 h 934423"/>
                        <a:gd name="connsiteX21" fmla="*/ 407141 w 1161354"/>
                        <a:gd name="connsiteY21" fmla="*/ 927749 h 934423"/>
                        <a:gd name="connsiteX22" fmla="*/ 500584 w 1161354"/>
                        <a:gd name="connsiteY22" fmla="*/ 934423 h 934423"/>
                        <a:gd name="connsiteX23" fmla="*/ 647422 w 1161354"/>
                        <a:gd name="connsiteY23" fmla="*/ 927749 h 934423"/>
                        <a:gd name="connsiteX24" fmla="*/ 734189 w 1161354"/>
                        <a:gd name="connsiteY24" fmla="*/ 914400 h 934423"/>
                        <a:gd name="connsiteX25" fmla="*/ 800934 w 1161354"/>
                        <a:gd name="connsiteY25" fmla="*/ 887702 h 934423"/>
                        <a:gd name="connsiteX26" fmla="*/ 827632 w 1161354"/>
                        <a:gd name="connsiteY26" fmla="*/ 874353 h 934423"/>
                        <a:gd name="connsiteX27" fmla="*/ 861004 w 1161354"/>
                        <a:gd name="connsiteY27" fmla="*/ 861004 h 934423"/>
                        <a:gd name="connsiteX28" fmla="*/ 887702 w 1161354"/>
                        <a:gd name="connsiteY28" fmla="*/ 840981 h 934423"/>
                        <a:gd name="connsiteX29" fmla="*/ 914400 w 1161354"/>
                        <a:gd name="connsiteY29" fmla="*/ 827632 h 934423"/>
                        <a:gd name="connsiteX30" fmla="*/ 974470 w 1161354"/>
                        <a:gd name="connsiteY30" fmla="*/ 780911 h 934423"/>
                        <a:gd name="connsiteX31" fmla="*/ 1061238 w 1161354"/>
                        <a:gd name="connsiteY31" fmla="*/ 707492 h 934423"/>
                        <a:gd name="connsiteX32" fmla="*/ 1101284 w 1161354"/>
                        <a:gd name="connsiteY32" fmla="*/ 640747 h 934423"/>
                        <a:gd name="connsiteX33" fmla="*/ 1121308 w 1161354"/>
                        <a:gd name="connsiteY33" fmla="*/ 580677 h 934423"/>
                        <a:gd name="connsiteX34" fmla="*/ 1148005 w 1161354"/>
                        <a:gd name="connsiteY34" fmla="*/ 460537 h 934423"/>
                        <a:gd name="connsiteX35" fmla="*/ 1161354 w 1161354"/>
                        <a:gd name="connsiteY35" fmla="*/ 387118 h 934423"/>
                        <a:gd name="connsiteX36" fmla="*/ 1154680 w 1161354"/>
                        <a:gd name="connsiteY36" fmla="*/ 320374 h 934423"/>
                        <a:gd name="connsiteX37" fmla="*/ 1101284 w 1161354"/>
                        <a:gd name="connsiteY37" fmla="*/ 220257 h 934423"/>
                        <a:gd name="connsiteX38" fmla="*/ 994493 w 1161354"/>
                        <a:gd name="connsiteY38" fmla="*/ 100117 h 934423"/>
                        <a:gd name="connsiteX39" fmla="*/ 914400 w 1161354"/>
                        <a:gd name="connsiteY39" fmla="*/ 60070 h 934423"/>
                        <a:gd name="connsiteX40" fmla="*/ 714166 w 1161354"/>
                        <a:gd name="connsiteY40" fmla="*/ 33372 h 934423"/>
                        <a:gd name="connsiteX41" fmla="*/ 513932 w 1161354"/>
                        <a:gd name="connsiteY41" fmla="*/ 46721 h 934423"/>
                        <a:gd name="connsiteX42" fmla="*/ 473886 w 1161354"/>
                        <a:gd name="connsiteY42" fmla="*/ 53395 h 934423"/>
                        <a:gd name="connsiteX43" fmla="*/ 407141 w 1161354"/>
                        <a:gd name="connsiteY43" fmla="*/ 80093 h 934423"/>
                        <a:gd name="connsiteX44" fmla="*/ 373769 w 1161354"/>
                        <a:gd name="connsiteY44" fmla="*/ 93442 h 934423"/>
                        <a:gd name="connsiteX45" fmla="*/ 307024 w 1161354"/>
                        <a:gd name="connsiteY45" fmla="*/ 146838 h 934423"/>
                        <a:gd name="connsiteX46" fmla="*/ 273652 w 1161354"/>
                        <a:gd name="connsiteY46" fmla="*/ 220257 h 934423"/>
                        <a:gd name="connsiteX47" fmla="*/ 280327 w 1161354"/>
                        <a:gd name="connsiteY47" fmla="*/ 340397 h 934423"/>
                        <a:gd name="connsiteX48" fmla="*/ 287001 w 1161354"/>
                        <a:gd name="connsiteY48" fmla="*/ 360420 h 9344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61354" h="934423">
                          <a:moveTo>
                            <a:pt x="540630" y="6674"/>
                          </a:moveTo>
                          <a:cubicBezTo>
                            <a:pt x="520607" y="4449"/>
                            <a:pt x="500707" y="0"/>
                            <a:pt x="480560" y="0"/>
                          </a:cubicBezTo>
                          <a:cubicBezTo>
                            <a:pt x="455986" y="0"/>
                            <a:pt x="431468" y="3199"/>
                            <a:pt x="407141" y="6674"/>
                          </a:cubicBezTo>
                          <a:cubicBezTo>
                            <a:pt x="400176" y="7669"/>
                            <a:pt x="393883" y="11416"/>
                            <a:pt x="387118" y="13349"/>
                          </a:cubicBezTo>
                          <a:cubicBezTo>
                            <a:pt x="322116" y="31921"/>
                            <a:pt x="379073" y="4233"/>
                            <a:pt x="260303" y="66744"/>
                          </a:cubicBezTo>
                          <a:cubicBezTo>
                            <a:pt x="250459" y="71925"/>
                            <a:pt x="243038" y="80872"/>
                            <a:pt x="233605" y="86768"/>
                          </a:cubicBezTo>
                          <a:cubicBezTo>
                            <a:pt x="176209" y="122642"/>
                            <a:pt x="239930" y="66117"/>
                            <a:pt x="160186" y="140163"/>
                          </a:cubicBezTo>
                          <a:cubicBezTo>
                            <a:pt x="144046" y="155149"/>
                            <a:pt x="124796" y="167998"/>
                            <a:pt x="113465" y="186884"/>
                          </a:cubicBezTo>
                          <a:cubicBezTo>
                            <a:pt x="106791" y="198008"/>
                            <a:pt x="100638" y="209463"/>
                            <a:pt x="93442" y="220257"/>
                          </a:cubicBezTo>
                          <a:cubicBezTo>
                            <a:pt x="75838" y="246664"/>
                            <a:pt x="67245" y="249858"/>
                            <a:pt x="53395" y="280327"/>
                          </a:cubicBezTo>
                          <a:cubicBezTo>
                            <a:pt x="47572" y="293137"/>
                            <a:pt x="44855" y="307150"/>
                            <a:pt x="40046" y="320374"/>
                          </a:cubicBezTo>
                          <a:cubicBezTo>
                            <a:pt x="35952" y="331634"/>
                            <a:pt x="30791" y="342486"/>
                            <a:pt x="26697" y="353746"/>
                          </a:cubicBezTo>
                          <a:cubicBezTo>
                            <a:pt x="21888" y="366970"/>
                            <a:pt x="16401" y="380057"/>
                            <a:pt x="13349" y="393793"/>
                          </a:cubicBezTo>
                          <a:cubicBezTo>
                            <a:pt x="7478" y="420214"/>
                            <a:pt x="0" y="473886"/>
                            <a:pt x="0" y="473886"/>
                          </a:cubicBezTo>
                          <a:cubicBezTo>
                            <a:pt x="631" y="489021"/>
                            <a:pt x="-2425" y="614866"/>
                            <a:pt x="13349" y="667445"/>
                          </a:cubicBezTo>
                          <a:cubicBezTo>
                            <a:pt x="21060" y="693150"/>
                            <a:pt x="31853" y="711888"/>
                            <a:pt x="46721" y="734190"/>
                          </a:cubicBezTo>
                          <a:cubicBezTo>
                            <a:pt x="52891" y="743446"/>
                            <a:pt x="59227" y="752687"/>
                            <a:pt x="66744" y="760887"/>
                          </a:cubicBezTo>
                          <a:cubicBezTo>
                            <a:pt x="83753" y="779442"/>
                            <a:pt x="98556" y="801333"/>
                            <a:pt x="120140" y="814283"/>
                          </a:cubicBezTo>
                          <a:cubicBezTo>
                            <a:pt x="203721" y="864431"/>
                            <a:pt x="98868" y="802680"/>
                            <a:pt x="193559" y="854330"/>
                          </a:cubicBezTo>
                          <a:cubicBezTo>
                            <a:pt x="242538" y="881046"/>
                            <a:pt x="210783" y="870843"/>
                            <a:pt x="266978" y="887702"/>
                          </a:cubicBezTo>
                          <a:cubicBezTo>
                            <a:pt x="298006" y="897010"/>
                            <a:pt x="329273" y="905501"/>
                            <a:pt x="360420" y="914400"/>
                          </a:cubicBezTo>
                          <a:cubicBezTo>
                            <a:pt x="375994" y="918850"/>
                            <a:pt x="390985" y="926595"/>
                            <a:pt x="407141" y="927749"/>
                          </a:cubicBezTo>
                          <a:lnTo>
                            <a:pt x="500584" y="934423"/>
                          </a:lnTo>
                          <a:cubicBezTo>
                            <a:pt x="549530" y="932198"/>
                            <a:pt x="598542" y="931120"/>
                            <a:pt x="647422" y="927749"/>
                          </a:cubicBezTo>
                          <a:cubicBezTo>
                            <a:pt x="662061" y="926739"/>
                            <a:pt x="717747" y="917140"/>
                            <a:pt x="734189" y="914400"/>
                          </a:cubicBezTo>
                          <a:cubicBezTo>
                            <a:pt x="756437" y="905501"/>
                            <a:pt x="778909" y="897141"/>
                            <a:pt x="800934" y="887702"/>
                          </a:cubicBezTo>
                          <a:cubicBezTo>
                            <a:pt x="810079" y="883783"/>
                            <a:pt x="818540" y="878394"/>
                            <a:pt x="827632" y="874353"/>
                          </a:cubicBezTo>
                          <a:cubicBezTo>
                            <a:pt x="838580" y="869487"/>
                            <a:pt x="850531" y="866822"/>
                            <a:pt x="861004" y="861004"/>
                          </a:cubicBezTo>
                          <a:cubicBezTo>
                            <a:pt x="870728" y="855602"/>
                            <a:pt x="878269" y="846877"/>
                            <a:pt x="887702" y="840981"/>
                          </a:cubicBezTo>
                          <a:cubicBezTo>
                            <a:pt x="896139" y="835708"/>
                            <a:pt x="906219" y="833295"/>
                            <a:pt x="914400" y="827632"/>
                          </a:cubicBezTo>
                          <a:cubicBezTo>
                            <a:pt x="935256" y="813193"/>
                            <a:pt x="952718" y="793962"/>
                            <a:pt x="974470" y="780911"/>
                          </a:cubicBezTo>
                          <a:cubicBezTo>
                            <a:pt x="1008393" y="760556"/>
                            <a:pt x="1039478" y="745574"/>
                            <a:pt x="1061238" y="707492"/>
                          </a:cubicBezTo>
                          <a:cubicBezTo>
                            <a:pt x="1091915" y="653806"/>
                            <a:pt x="1077986" y="675695"/>
                            <a:pt x="1101284" y="640747"/>
                          </a:cubicBezTo>
                          <a:cubicBezTo>
                            <a:pt x="1123698" y="551097"/>
                            <a:pt x="1087791" y="689605"/>
                            <a:pt x="1121308" y="580677"/>
                          </a:cubicBezTo>
                          <a:cubicBezTo>
                            <a:pt x="1132084" y="545657"/>
                            <a:pt x="1141047" y="495326"/>
                            <a:pt x="1148005" y="460537"/>
                          </a:cubicBezTo>
                          <a:cubicBezTo>
                            <a:pt x="1157339" y="413864"/>
                            <a:pt x="1152809" y="438392"/>
                            <a:pt x="1161354" y="387118"/>
                          </a:cubicBezTo>
                          <a:cubicBezTo>
                            <a:pt x="1159129" y="364870"/>
                            <a:pt x="1159065" y="342299"/>
                            <a:pt x="1154680" y="320374"/>
                          </a:cubicBezTo>
                          <a:cubicBezTo>
                            <a:pt x="1148934" y="291641"/>
                            <a:pt x="1110166" y="235060"/>
                            <a:pt x="1101284" y="220257"/>
                          </a:cubicBezTo>
                          <a:cubicBezTo>
                            <a:pt x="1073256" y="173543"/>
                            <a:pt x="1049325" y="127533"/>
                            <a:pt x="994493" y="100117"/>
                          </a:cubicBezTo>
                          <a:cubicBezTo>
                            <a:pt x="967795" y="86768"/>
                            <a:pt x="941910" y="71653"/>
                            <a:pt x="914400" y="60070"/>
                          </a:cubicBezTo>
                          <a:cubicBezTo>
                            <a:pt x="857225" y="35996"/>
                            <a:pt x="760348" y="37388"/>
                            <a:pt x="714166" y="33372"/>
                          </a:cubicBezTo>
                          <a:lnTo>
                            <a:pt x="513932" y="46721"/>
                          </a:lnTo>
                          <a:cubicBezTo>
                            <a:pt x="500446" y="47845"/>
                            <a:pt x="486803" y="49359"/>
                            <a:pt x="473886" y="53395"/>
                          </a:cubicBezTo>
                          <a:cubicBezTo>
                            <a:pt x="451015" y="60542"/>
                            <a:pt x="429389" y="71194"/>
                            <a:pt x="407141" y="80093"/>
                          </a:cubicBezTo>
                          <a:cubicBezTo>
                            <a:pt x="396017" y="84543"/>
                            <a:pt x="383125" y="85958"/>
                            <a:pt x="373769" y="93442"/>
                          </a:cubicBezTo>
                          <a:lnTo>
                            <a:pt x="307024" y="146838"/>
                          </a:lnTo>
                          <a:cubicBezTo>
                            <a:pt x="295900" y="171311"/>
                            <a:pt x="277325" y="193627"/>
                            <a:pt x="273652" y="220257"/>
                          </a:cubicBezTo>
                          <a:cubicBezTo>
                            <a:pt x="268172" y="259989"/>
                            <a:pt x="276524" y="300469"/>
                            <a:pt x="280327" y="340397"/>
                          </a:cubicBezTo>
                          <a:cubicBezTo>
                            <a:pt x="280994" y="347401"/>
                            <a:pt x="287001" y="360420"/>
                            <a:pt x="287001" y="36042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9" name="Group 6">
            <a:extLst>
              <a:ext uri="{FF2B5EF4-FFF2-40B4-BE49-F238E27FC236}">
                <a16:creationId xmlns:a16="http://schemas.microsoft.com/office/drawing/2014/main" id="{4A69CEB7-EC70-6737-6365-EE72D9F13092}"/>
              </a:ext>
            </a:extLst>
          </p:cNvPr>
          <p:cNvGrpSpPr/>
          <p:nvPr/>
        </p:nvGrpSpPr>
        <p:grpSpPr>
          <a:xfrm>
            <a:off x="6235521" y="4251296"/>
            <a:ext cx="1999154" cy="1701500"/>
            <a:chOff x="7072156" y="3330551"/>
            <a:chExt cx="1177467" cy="934424"/>
          </a:xfrm>
        </p:grpSpPr>
        <p:sp>
          <p:nvSpPr>
            <p:cNvPr id="20" name="Vrije vorm 12">
              <a:extLst>
                <a:ext uri="{FF2B5EF4-FFF2-40B4-BE49-F238E27FC236}">
                  <a16:creationId xmlns:a16="http://schemas.microsoft.com/office/drawing/2014/main" id="{4A194B56-3FCD-A4E8-B058-F6014DEAA4DB}"/>
                </a:ext>
              </a:extLst>
            </p:cNvPr>
            <p:cNvSpPr/>
            <p:nvPr/>
          </p:nvSpPr>
          <p:spPr>
            <a:xfrm>
              <a:off x="7088269" y="3330552"/>
              <a:ext cx="1161354" cy="934423"/>
            </a:xfrm>
            <a:custGeom>
              <a:avLst/>
              <a:gdLst>
                <a:gd name="csX0" fmla="*/ 540630 w 1161354"/>
                <a:gd name="csY0" fmla="*/ 6674 h 934423"/>
                <a:gd name="csX1" fmla="*/ 480560 w 1161354"/>
                <a:gd name="csY1" fmla="*/ 0 h 934423"/>
                <a:gd name="csX2" fmla="*/ 407141 w 1161354"/>
                <a:gd name="csY2" fmla="*/ 6674 h 934423"/>
                <a:gd name="csX3" fmla="*/ 387118 w 1161354"/>
                <a:gd name="csY3" fmla="*/ 13349 h 934423"/>
                <a:gd name="csX4" fmla="*/ 260303 w 1161354"/>
                <a:gd name="csY4" fmla="*/ 66744 h 934423"/>
                <a:gd name="csX5" fmla="*/ 233605 w 1161354"/>
                <a:gd name="csY5" fmla="*/ 86768 h 934423"/>
                <a:gd name="csX6" fmla="*/ 160186 w 1161354"/>
                <a:gd name="csY6" fmla="*/ 140163 h 934423"/>
                <a:gd name="csX7" fmla="*/ 113465 w 1161354"/>
                <a:gd name="csY7" fmla="*/ 186884 h 934423"/>
                <a:gd name="csX8" fmla="*/ 93442 w 1161354"/>
                <a:gd name="csY8" fmla="*/ 220257 h 934423"/>
                <a:gd name="csX9" fmla="*/ 53395 w 1161354"/>
                <a:gd name="csY9" fmla="*/ 280327 h 934423"/>
                <a:gd name="csX10" fmla="*/ 40046 w 1161354"/>
                <a:gd name="csY10" fmla="*/ 320374 h 934423"/>
                <a:gd name="csX11" fmla="*/ 26697 w 1161354"/>
                <a:gd name="csY11" fmla="*/ 353746 h 934423"/>
                <a:gd name="csX12" fmla="*/ 13349 w 1161354"/>
                <a:gd name="csY12" fmla="*/ 393793 h 934423"/>
                <a:gd name="csX13" fmla="*/ 0 w 1161354"/>
                <a:gd name="csY13" fmla="*/ 473886 h 934423"/>
                <a:gd name="csX14" fmla="*/ 13349 w 1161354"/>
                <a:gd name="csY14" fmla="*/ 667445 h 934423"/>
                <a:gd name="csX15" fmla="*/ 46721 w 1161354"/>
                <a:gd name="csY15" fmla="*/ 734190 h 934423"/>
                <a:gd name="csX16" fmla="*/ 66744 w 1161354"/>
                <a:gd name="csY16" fmla="*/ 760887 h 934423"/>
                <a:gd name="csX17" fmla="*/ 120140 w 1161354"/>
                <a:gd name="csY17" fmla="*/ 814283 h 934423"/>
                <a:gd name="csX18" fmla="*/ 193559 w 1161354"/>
                <a:gd name="csY18" fmla="*/ 854330 h 934423"/>
                <a:gd name="csX19" fmla="*/ 266978 w 1161354"/>
                <a:gd name="csY19" fmla="*/ 887702 h 934423"/>
                <a:gd name="csX20" fmla="*/ 360420 w 1161354"/>
                <a:gd name="csY20" fmla="*/ 914400 h 934423"/>
                <a:gd name="csX21" fmla="*/ 407141 w 1161354"/>
                <a:gd name="csY21" fmla="*/ 927749 h 934423"/>
                <a:gd name="csX22" fmla="*/ 500584 w 1161354"/>
                <a:gd name="csY22" fmla="*/ 934423 h 934423"/>
                <a:gd name="csX23" fmla="*/ 647422 w 1161354"/>
                <a:gd name="csY23" fmla="*/ 927749 h 934423"/>
                <a:gd name="csX24" fmla="*/ 734189 w 1161354"/>
                <a:gd name="csY24" fmla="*/ 914400 h 934423"/>
                <a:gd name="csX25" fmla="*/ 800934 w 1161354"/>
                <a:gd name="csY25" fmla="*/ 887702 h 934423"/>
                <a:gd name="csX26" fmla="*/ 827632 w 1161354"/>
                <a:gd name="csY26" fmla="*/ 874353 h 934423"/>
                <a:gd name="csX27" fmla="*/ 861004 w 1161354"/>
                <a:gd name="csY27" fmla="*/ 861004 h 934423"/>
                <a:gd name="csX28" fmla="*/ 887702 w 1161354"/>
                <a:gd name="csY28" fmla="*/ 840981 h 934423"/>
                <a:gd name="csX29" fmla="*/ 914400 w 1161354"/>
                <a:gd name="csY29" fmla="*/ 827632 h 934423"/>
                <a:gd name="csX30" fmla="*/ 974470 w 1161354"/>
                <a:gd name="csY30" fmla="*/ 780911 h 934423"/>
                <a:gd name="csX31" fmla="*/ 1061238 w 1161354"/>
                <a:gd name="csY31" fmla="*/ 707492 h 934423"/>
                <a:gd name="csX32" fmla="*/ 1101284 w 1161354"/>
                <a:gd name="csY32" fmla="*/ 640747 h 934423"/>
                <a:gd name="csX33" fmla="*/ 1121308 w 1161354"/>
                <a:gd name="csY33" fmla="*/ 580677 h 934423"/>
                <a:gd name="csX34" fmla="*/ 1148005 w 1161354"/>
                <a:gd name="csY34" fmla="*/ 460537 h 934423"/>
                <a:gd name="csX35" fmla="*/ 1161354 w 1161354"/>
                <a:gd name="csY35" fmla="*/ 387118 h 934423"/>
                <a:gd name="csX36" fmla="*/ 1154680 w 1161354"/>
                <a:gd name="csY36" fmla="*/ 320374 h 934423"/>
                <a:gd name="csX37" fmla="*/ 1101284 w 1161354"/>
                <a:gd name="csY37" fmla="*/ 220257 h 934423"/>
                <a:gd name="csX38" fmla="*/ 994493 w 1161354"/>
                <a:gd name="csY38" fmla="*/ 100117 h 934423"/>
                <a:gd name="csX39" fmla="*/ 914400 w 1161354"/>
                <a:gd name="csY39" fmla="*/ 60070 h 934423"/>
                <a:gd name="csX40" fmla="*/ 714166 w 1161354"/>
                <a:gd name="csY40" fmla="*/ 33372 h 934423"/>
                <a:gd name="csX41" fmla="*/ 513932 w 1161354"/>
                <a:gd name="csY41" fmla="*/ 46721 h 934423"/>
                <a:gd name="csX42" fmla="*/ 473886 w 1161354"/>
                <a:gd name="csY42" fmla="*/ 53395 h 934423"/>
                <a:gd name="csX43" fmla="*/ 407141 w 1161354"/>
                <a:gd name="csY43" fmla="*/ 80093 h 934423"/>
                <a:gd name="csX44" fmla="*/ 373769 w 1161354"/>
                <a:gd name="csY44" fmla="*/ 93442 h 934423"/>
                <a:gd name="csX45" fmla="*/ 307024 w 1161354"/>
                <a:gd name="csY45" fmla="*/ 146838 h 934423"/>
                <a:gd name="csX46" fmla="*/ 273652 w 1161354"/>
                <a:gd name="csY46" fmla="*/ 220257 h 934423"/>
                <a:gd name="csX47" fmla="*/ 280327 w 1161354"/>
                <a:gd name="csY47" fmla="*/ 340397 h 934423"/>
                <a:gd name="csX48" fmla="*/ 287001 w 1161354"/>
                <a:gd name="csY48" fmla="*/ 360420 h 93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1161354" h="934423" extrusionOk="0">
                  <a:moveTo>
                    <a:pt x="540630" y="6674"/>
                  </a:moveTo>
                  <a:cubicBezTo>
                    <a:pt x="520074" y="4120"/>
                    <a:pt x="500110" y="224"/>
                    <a:pt x="480560" y="0"/>
                  </a:cubicBezTo>
                  <a:cubicBezTo>
                    <a:pt x="461765" y="1217"/>
                    <a:pt x="429030" y="3277"/>
                    <a:pt x="407141" y="6674"/>
                  </a:cubicBezTo>
                  <a:cubicBezTo>
                    <a:pt x="399382" y="8445"/>
                    <a:pt x="393747" y="12169"/>
                    <a:pt x="387118" y="13349"/>
                  </a:cubicBezTo>
                  <a:cubicBezTo>
                    <a:pt x="315093" y="28078"/>
                    <a:pt x="386097" y="7589"/>
                    <a:pt x="260303" y="66744"/>
                  </a:cubicBezTo>
                  <a:cubicBezTo>
                    <a:pt x="251175" y="72010"/>
                    <a:pt x="244367" y="78137"/>
                    <a:pt x="233605" y="86768"/>
                  </a:cubicBezTo>
                  <a:cubicBezTo>
                    <a:pt x="153191" y="119117"/>
                    <a:pt x="224864" y="80302"/>
                    <a:pt x="160186" y="140163"/>
                  </a:cubicBezTo>
                  <a:cubicBezTo>
                    <a:pt x="143680" y="151657"/>
                    <a:pt x="121849" y="172094"/>
                    <a:pt x="113465" y="186884"/>
                  </a:cubicBezTo>
                  <a:cubicBezTo>
                    <a:pt x="107030" y="198142"/>
                    <a:pt x="104286" y="210340"/>
                    <a:pt x="93442" y="220257"/>
                  </a:cubicBezTo>
                  <a:cubicBezTo>
                    <a:pt x="73776" y="246331"/>
                    <a:pt x="68228" y="250662"/>
                    <a:pt x="53395" y="280327"/>
                  </a:cubicBezTo>
                  <a:cubicBezTo>
                    <a:pt x="48626" y="294707"/>
                    <a:pt x="45032" y="308982"/>
                    <a:pt x="40046" y="320374"/>
                  </a:cubicBezTo>
                  <a:cubicBezTo>
                    <a:pt x="37230" y="333603"/>
                    <a:pt x="32379" y="344431"/>
                    <a:pt x="26697" y="353746"/>
                  </a:cubicBezTo>
                  <a:cubicBezTo>
                    <a:pt x="23809" y="365288"/>
                    <a:pt x="16673" y="378777"/>
                    <a:pt x="13349" y="393793"/>
                  </a:cubicBezTo>
                  <a:cubicBezTo>
                    <a:pt x="7478" y="420214"/>
                    <a:pt x="0" y="473886"/>
                    <a:pt x="0" y="473886"/>
                  </a:cubicBezTo>
                  <a:cubicBezTo>
                    <a:pt x="-8362" y="488383"/>
                    <a:pt x="-6332" y="606902"/>
                    <a:pt x="13349" y="667445"/>
                  </a:cubicBezTo>
                  <a:cubicBezTo>
                    <a:pt x="21461" y="687725"/>
                    <a:pt x="26645" y="714929"/>
                    <a:pt x="46721" y="734190"/>
                  </a:cubicBezTo>
                  <a:cubicBezTo>
                    <a:pt x="52235" y="744618"/>
                    <a:pt x="60115" y="753347"/>
                    <a:pt x="66744" y="760887"/>
                  </a:cubicBezTo>
                  <a:cubicBezTo>
                    <a:pt x="83712" y="780418"/>
                    <a:pt x="99186" y="800959"/>
                    <a:pt x="120140" y="814283"/>
                  </a:cubicBezTo>
                  <a:cubicBezTo>
                    <a:pt x="189483" y="887034"/>
                    <a:pt x="95874" y="802840"/>
                    <a:pt x="193559" y="854330"/>
                  </a:cubicBezTo>
                  <a:cubicBezTo>
                    <a:pt x="246015" y="887930"/>
                    <a:pt x="206170" y="873276"/>
                    <a:pt x="266978" y="887702"/>
                  </a:cubicBezTo>
                  <a:cubicBezTo>
                    <a:pt x="299350" y="889325"/>
                    <a:pt x="324990" y="905259"/>
                    <a:pt x="360420" y="914400"/>
                  </a:cubicBezTo>
                  <a:cubicBezTo>
                    <a:pt x="377563" y="920201"/>
                    <a:pt x="390396" y="928372"/>
                    <a:pt x="407141" y="927749"/>
                  </a:cubicBezTo>
                  <a:cubicBezTo>
                    <a:pt x="429082" y="924236"/>
                    <a:pt x="468046" y="932948"/>
                    <a:pt x="500584" y="934423"/>
                  </a:cubicBezTo>
                  <a:cubicBezTo>
                    <a:pt x="551902" y="940187"/>
                    <a:pt x="599591" y="930811"/>
                    <a:pt x="647422" y="927749"/>
                  </a:cubicBezTo>
                  <a:cubicBezTo>
                    <a:pt x="664625" y="926177"/>
                    <a:pt x="718952" y="918133"/>
                    <a:pt x="734189" y="914400"/>
                  </a:cubicBezTo>
                  <a:cubicBezTo>
                    <a:pt x="752130" y="904026"/>
                    <a:pt x="774261" y="901846"/>
                    <a:pt x="800934" y="887702"/>
                  </a:cubicBezTo>
                  <a:cubicBezTo>
                    <a:pt x="808987" y="886119"/>
                    <a:pt x="820183" y="876432"/>
                    <a:pt x="827632" y="874353"/>
                  </a:cubicBezTo>
                  <a:cubicBezTo>
                    <a:pt x="839417" y="870263"/>
                    <a:pt x="851220" y="866410"/>
                    <a:pt x="861004" y="861004"/>
                  </a:cubicBezTo>
                  <a:cubicBezTo>
                    <a:pt x="870360" y="858871"/>
                    <a:pt x="878963" y="843850"/>
                    <a:pt x="887702" y="840981"/>
                  </a:cubicBezTo>
                  <a:cubicBezTo>
                    <a:pt x="895152" y="835676"/>
                    <a:pt x="908474" y="833940"/>
                    <a:pt x="914400" y="827632"/>
                  </a:cubicBezTo>
                  <a:cubicBezTo>
                    <a:pt x="939955" y="811949"/>
                    <a:pt x="951716" y="800900"/>
                    <a:pt x="974470" y="780911"/>
                  </a:cubicBezTo>
                  <a:cubicBezTo>
                    <a:pt x="1009050" y="762292"/>
                    <a:pt x="1042449" y="746163"/>
                    <a:pt x="1061238" y="707492"/>
                  </a:cubicBezTo>
                  <a:cubicBezTo>
                    <a:pt x="1088256" y="656168"/>
                    <a:pt x="1075379" y="671793"/>
                    <a:pt x="1101284" y="640747"/>
                  </a:cubicBezTo>
                  <a:cubicBezTo>
                    <a:pt x="1094925" y="554547"/>
                    <a:pt x="1098809" y="701177"/>
                    <a:pt x="1121308" y="580677"/>
                  </a:cubicBezTo>
                  <a:cubicBezTo>
                    <a:pt x="1130894" y="552088"/>
                    <a:pt x="1142542" y="499169"/>
                    <a:pt x="1148005" y="460537"/>
                  </a:cubicBezTo>
                  <a:cubicBezTo>
                    <a:pt x="1162021" y="416042"/>
                    <a:pt x="1155862" y="441376"/>
                    <a:pt x="1161354" y="387118"/>
                  </a:cubicBezTo>
                  <a:cubicBezTo>
                    <a:pt x="1159345" y="365629"/>
                    <a:pt x="1162592" y="343784"/>
                    <a:pt x="1154680" y="320374"/>
                  </a:cubicBezTo>
                  <a:cubicBezTo>
                    <a:pt x="1147552" y="291896"/>
                    <a:pt x="1108833" y="239942"/>
                    <a:pt x="1101284" y="220257"/>
                  </a:cubicBezTo>
                  <a:cubicBezTo>
                    <a:pt x="1075155" y="170345"/>
                    <a:pt x="1043659" y="135448"/>
                    <a:pt x="994493" y="100117"/>
                  </a:cubicBezTo>
                  <a:cubicBezTo>
                    <a:pt x="967891" y="91115"/>
                    <a:pt x="943482" y="70243"/>
                    <a:pt x="914400" y="60070"/>
                  </a:cubicBezTo>
                  <a:cubicBezTo>
                    <a:pt x="854410" y="44786"/>
                    <a:pt x="772367" y="41511"/>
                    <a:pt x="714166" y="33372"/>
                  </a:cubicBezTo>
                  <a:cubicBezTo>
                    <a:pt x="638328" y="39161"/>
                    <a:pt x="603168" y="34474"/>
                    <a:pt x="513932" y="46721"/>
                  </a:cubicBezTo>
                  <a:cubicBezTo>
                    <a:pt x="500747" y="47822"/>
                    <a:pt x="487044" y="48426"/>
                    <a:pt x="473886" y="53395"/>
                  </a:cubicBezTo>
                  <a:cubicBezTo>
                    <a:pt x="451263" y="59612"/>
                    <a:pt x="428596" y="75132"/>
                    <a:pt x="407141" y="80093"/>
                  </a:cubicBezTo>
                  <a:cubicBezTo>
                    <a:pt x="393747" y="82110"/>
                    <a:pt x="385376" y="87771"/>
                    <a:pt x="373769" y="93442"/>
                  </a:cubicBezTo>
                  <a:cubicBezTo>
                    <a:pt x="351037" y="122659"/>
                    <a:pt x="322372" y="130994"/>
                    <a:pt x="307024" y="146838"/>
                  </a:cubicBezTo>
                  <a:cubicBezTo>
                    <a:pt x="300069" y="167883"/>
                    <a:pt x="277412" y="191091"/>
                    <a:pt x="273652" y="220257"/>
                  </a:cubicBezTo>
                  <a:cubicBezTo>
                    <a:pt x="266179" y="256303"/>
                    <a:pt x="278465" y="304243"/>
                    <a:pt x="280327" y="340397"/>
                  </a:cubicBezTo>
                  <a:cubicBezTo>
                    <a:pt x="280994" y="347401"/>
                    <a:pt x="287001" y="360419"/>
                    <a:pt x="287001" y="36042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540630 w 1161354"/>
                        <a:gd name="connsiteY0" fmla="*/ 6674 h 934423"/>
                        <a:gd name="connsiteX1" fmla="*/ 480560 w 1161354"/>
                        <a:gd name="connsiteY1" fmla="*/ 0 h 934423"/>
                        <a:gd name="connsiteX2" fmla="*/ 407141 w 1161354"/>
                        <a:gd name="connsiteY2" fmla="*/ 6674 h 934423"/>
                        <a:gd name="connsiteX3" fmla="*/ 387118 w 1161354"/>
                        <a:gd name="connsiteY3" fmla="*/ 13349 h 934423"/>
                        <a:gd name="connsiteX4" fmla="*/ 260303 w 1161354"/>
                        <a:gd name="connsiteY4" fmla="*/ 66744 h 934423"/>
                        <a:gd name="connsiteX5" fmla="*/ 233605 w 1161354"/>
                        <a:gd name="connsiteY5" fmla="*/ 86768 h 934423"/>
                        <a:gd name="connsiteX6" fmla="*/ 160186 w 1161354"/>
                        <a:gd name="connsiteY6" fmla="*/ 140163 h 934423"/>
                        <a:gd name="connsiteX7" fmla="*/ 113465 w 1161354"/>
                        <a:gd name="connsiteY7" fmla="*/ 186884 h 934423"/>
                        <a:gd name="connsiteX8" fmla="*/ 93442 w 1161354"/>
                        <a:gd name="connsiteY8" fmla="*/ 220257 h 934423"/>
                        <a:gd name="connsiteX9" fmla="*/ 53395 w 1161354"/>
                        <a:gd name="connsiteY9" fmla="*/ 280327 h 934423"/>
                        <a:gd name="connsiteX10" fmla="*/ 40046 w 1161354"/>
                        <a:gd name="connsiteY10" fmla="*/ 320374 h 934423"/>
                        <a:gd name="connsiteX11" fmla="*/ 26697 w 1161354"/>
                        <a:gd name="connsiteY11" fmla="*/ 353746 h 934423"/>
                        <a:gd name="connsiteX12" fmla="*/ 13349 w 1161354"/>
                        <a:gd name="connsiteY12" fmla="*/ 393793 h 934423"/>
                        <a:gd name="connsiteX13" fmla="*/ 0 w 1161354"/>
                        <a:gd name="connsiteY13" fmla="*/ 473886 h 934423"/>
                        <a:gd name="connsiteX14" fmla="*/ 13349 w 1161354"/>
                        <a:gd name="connsiteY14" fmla="*/ 667445 h 934423"/>
                        <a:gd name="connsiteX15" fmla="*/ 46721 w 1161354"/>
                        <a:gd name="connsiteY15" fmla="*/ 734190 h 934423"/>
                        <a:gd name="connsiteX16" fmla="*/ 66744 w 1161354"/>
                        <a:gd name="connsiteY16" fmla="*/ 760887 h 934423"/>
                        <a:gd name="connsiteX17" fmla="*/ 120140 w 1161354"/>
                        <a:gd name="connsiteY17" fmla="*/ 814283 h 934423"/>
                        <a:gd name="connsiteX18" fmla="*/ 193559 w 1161354"/>
                        <a:gd name="connsiteY18" fmla="*/ 854330 h 934423"/>
                        <a:gd name="connsiteX19" fmla="*/ 266978 w 1161354"/>
                        <a:gd name="connsiteY19" fmla="*/ 887702 h 934423"/>
                        <a:gd name="connsiteX20" fmla="*/ 360420 w 1161354"/>
                        <a:gd name="connsiteY20" fmla="*/ 914400 h 934423"/>
                        <a:gd name="connsiteX21" fmla="*/ 407141 w 1161354"/>
                        <a:gd name="connsiteY21" fmla="*/ 927749 h 934423"/>
                        <a:gd name="connsiteX22" fmla="*/ 500584 w 1161354"/>
                        <a:gd name="connsiteY22" fmla="*/ 934423 h 934423"/>
                        <a:gd name="connsiteX23" fmla="*/ 647422 w 1161354"/>
                        <a:gd name="connsiteY23" fmla="*/ 927749 h 934423"/>
                        <a:gd name="connsiteX24" fmla="*/ 734189 w 1161354"/>
                        <a:gd name="connsiteY24" fmla="*/ 914400 h 934423"/>
                        <a:gd name="connsiteX25" fmla="*/ 800934 w 1161354"/>
                        <a:gd name="connsiteY25" fmla="*/ 887702 h 934423"/>
                        <a:gd name="connsiteX26" fmla="*/ 827632 w 1161354"/>
                        <a:gd name="connsiteY26" fmla="*/ 874353 h 934423"/>
                        <a:gd name="connsiteX27" fmla="*/ 861004 w 1161354"/>
                        <a:gd name="connsiteY27" fmla="*/ 861004 h 934423"/>
                        <a:gd name="connsiteX28" fmla="*/ 887702 w 1161354"/>
                        <a:gd name="connsiteY28" fmla="*/ 840981 h 934423"/>
                        <a:gd name="connsiteX29" fmla="*/ 914400 w 1161354"/>
                        <a:gd name="connsiteY29" fmla="*/ 827632 h 934423"/>
                        <a:gd name="connsiteX30" fmla="*/ 974470 w 1161354"/>
                        <a:gd name="connsiteY30" fmla="*/ 780911 h 934423"/>
                        <a:gd name="connsiteX31" fmla="*/ 1061238 w 1161354"/>
                        <a:gd name="connsiteY31" fmla="*/ 707492 h 934423"/>
                        <a:gd name="connsiteX32" fmla="*/ 1101284 w 1161354"/>
                        <a:gd name="connsiteY32" fmla="*/ 640747 h 934423"/>
                        <a:gd name="connsiteX33" fmla="*/ 1121308 w 1161354"/>
                        <a:gd name="connsiteY33" fmla="*/ 580677 h 934423"/>
                        <a:gd name="connsiteX34" fmla="*/ 1148005 w 1161354"/>
                        <a:gd name="connsiteY34" fmla="*/ 460537 h 934423"/>
                        <a:gd name="connsiteX35" fmla="*/ 1161354 w 1161354"/>
                        <a:gd name="connsiteY35" fmla="*/ 387118 h 934423"/>
                        <a:gd name="connsiteX36" fmla="*/ 1154680 w 1161354"/>
                        <a:gd name="connsiteY36" fmla="*/ 320374 h 934423"/>
                        <a:gd name="connsiteX37" fmla="*/ 1101284 w 1161354"/>
                        <a:gd name="connsiteY37" fmla="*/ 220257 h 934423"/>
                        <a:gd name="connsiteX38" fmla="*/ 994493 w 1161354"/>
                        <a:gd name="connsiteY38" fmla="*/ 100117 h 934423"/>
                        <a:gd name="connsiteX39" fmla="*/ 914400 w 1161354"/>
                        <a:gd name="connsiteY39" fmla="*/ 60070 h 934423"/>
                        <a:gd name="connsiteX40" fmla="*/ 714166 w 1161354"/>
                        <a:gd name="connsiteY40" fmla="*/ 33372 h 934423"/>
                        <a:gd name="connsiteX41" fmla="*/ 513932 w 1161354"/>
                        <a:gd name="connsiteY41" fmla="*/ 46721 h 934423"/>
                        <a:gd name="connsiteX42" fmla="*/ 473886 w 1161354"/>
                        <a:gd name="connsiteY42" fmla="*/ 53395 h 934423"/>
                        <a:gd name="connsiteX43" fmla="*/ 407141 w 1161354"/>
                        <a:gd name="connsiteY43" fmla="*/ 80093 h 934423"/>
                        <a:gd name="connsiteX44" fmla="*/ 373769 w 1161354"/>
                        <a:gd name="connsiteY44" fmla="*/ 93442 h 934423"/>
                        <a:gd name="connsiteX45" fmla="*/ 307024 w 1161354"/>
                        <a:gd name="connsiteY45" fmla="*/ 146838 h 934423"/>
                        <a:gd name="connsiteX46" fmla="*/ 273652 w 1161354"/>
                        <a:gd name="connsiteY46" fmla="*/ 220257 h 934423"/>
                        <a:gd name="connsiteX47" fmla="*/ 280327 w 1161354"/>
                        <a:gd name="connsiteY47" fmla="*/ 340397 h 934423"/>
                        <a:gd name="connsiteX48" fmla="*/ 287001 w 1161354"/>
                        <a:gd name="connsiteY48" fmla="*/ 360420 h 9344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61354" h="934423">
                          <a:moveTo>
                            <a:pt x="540630" y="6674"/>
                          </a:moveTo>
                          <a:cubicBezTo>
                            <a:pt x="520607" y="4449"/>
                            <a:pt x="500707" y="0"/>
                            <a:pt x="480560" y="0"/>
                          </a:cubicBezTo>
                          <a:cubicBezTo>
                            <a:pt x="455986" y="0"/>
                            <a:pt x="431468" y="3199"/>
                            <a:pt x="407141" y="6674"/>
                          </a:cubicBezTo>
                          <a:cubicBezTo>
                            <a:pt x="400176" y="7669"/>
                            <a:pt x="393883" y="11416"/>
                            <a:pt x="387118" y="13349"/>
                          </a:cubicBezTo>
                          <a:cubicBezTo>
                            <a:pt x="322116" y="31921"/>
                            <a:pt x="379073" y="4233"/>
                            <a:pt x="260303" y="66744"/>
                          </a:cubicBezTo>
                          <a:cubicBezTo>
                            <a:pt x="250459" y="71925"/>
                            <a:pt x="243038" y="80872"/>
                            <a:pt x="233605" y="86768"/>
                          </a:cubicBezTo>
                          <a:cubicBezTo>
                            <a:pt x="176209" y="122642"/>
                            <a:pt x="239930" y="66117"/>
                            <a:pt x="160186" y="140163"/>
                          </a:cubicBezTo>
                          <a:cubicBezTo>
                            <a:pt x="144046" y="155149"/>
                            <a:pt x="124796" y="167998"/>
                            <a:pt x="113465" y="186884"/>
                          </a:cubicBezTo>
                          <a:cubicBezTo>
                            <a:pt x="106791" y="198008"/>
                            <a:pt x="100638" y="209463"/>
                            <a:pt x="93442" y="220257"/>
                          </a:cubicBezTo>
                          <a:cubicBezTo>
                            <a:pt x="75838" y="246664"/>
                            <a:pt x="67245" y="249858"/>
                            <a:pt x="53395" y="280327"/>
                          </a:cubicBezTo>
                          <a:cubicBezTo>
                            <a:pt x="47572" y="293137"/>
                            <a:pt x="44855" y="307150"/>
                            <a:pt x="40046" y="320374"/>
                          </a:cubicBezTo>
                          <a:cubicBezTo>
                            <a:pt x="35952" y="331634"/>
                            <a:pt x="30791" y="342486"/>
                            <a:pt x="26697" y="353746"/>
                          </a:cubicBezTo>
                          <a:cubicBezTo>
                            <a:pt x="21888" y="366970"/>
                            <a:pt x="16401" y="380057"/>
                            <a:pt x="13349" y="393793"/>
                          </a:cubicBezTo>
                          <a:cubicBezTo>
                            <a:pt x="7478" y="420214"/>
                            <a:pt x="0" y="473886"/>
                            <a:pt x="0" y="473886"/>
                          </a:cubicBezTo>
                          <a:cubicBezTo>
                            <a:pt x="631" y="489021"/>
                            <a:pt x="-2425" y="614866"/>
                            <a:pt x="13349" y="667445"/>
                          </a:cubicBezTo>
                          <a:cubicBezTo>
                            <a:pt x="21060" y="693150"/>
                            <a:pt x="31853" y="711888"/>
                            <a:pt x="46721" y="734190"/>
                          </a:cubicBezTo>
                          <a:cubicBezTo>
                            <a:pt x="52891" y="743446"/>
                            <a:pt x="59227" y="752687"/>
                            <a:pt x="66744" y="760887"/>
                          </a:cubicBezTo>
                          <a:cubicBezTo>
                            <a:pt x="83753" y="779442"/>
                            <a:pt x="98556" y="801333"/>
                            <a:pt x="120140" y="814283"/>
                          </a:cubicBezTo>
                          <a:cubicBezTo>
                            <a:pt x="203721" y="864431"/>
                            <a:pt x="98868" y="802680"/>
                            <a:pt x="193559" y="854330"/>
                          </a:cubicBezTo>
                          <a:cubicBezTo>
                            <a:pt x="242538" y="881046"/>
                            <a:pt x="210783" y="870843"/>
                            <a:pt x="266978" y="887702"/>
                          </a:cubicBezTo>
                          <a:cubicBezTo>
                            <a:pt x="298006" y="897010"/>
                            <a:pt x="329273" y="905501"/>
                            <a:pt x="360420" y="914400"/>
                          </a:cubicBezTo>
                          <a:cubicBezTo>
                            <a:pt x="375994" y="918850"/>
                            <a:pt x="390985" y="926595"/>
                            <a:pt x="407141" y="927749"/>
                          </a:cubicBezTo>
                          <a:lnTo>
                            <a:pt x="500584" y="934423"/>
                          </a:lnTo>
                          <a:cubicBezTo>
                            <a:pt x="549530" y="932198"/>
                            <a:pt x="598542" y="931120"/>
                            <a:pt x="647422" y="927749"/>
                          </a:cubicBezTo>
                          <a:cubicBezTo>
                            <a:pt x="662061" y="926739"/>
                            <a:pt x="717747" y="917140"/>
                            <a:pt x="734189" y="914400"/>
                          </a:cubicBezTo>
                          <a:cubicBezTo>
                            <a:pt x="756437" y="905501"/>
                            <a:pt x="778909" y="897141"/>
                            <a:pt x="800934" y="887702"/>
                          </a:cubicBezTo>
                          <a:cubicBezTo>
                            <a:pt x="810079" y="883783"/>
                            <a:pt x="818540" y="878394"/>
                            <a:pt x="827632" y="874353"/>
                          </a:cubicBezTo>
                          <a:cubicBezTo>
                            <a:pt x="838580" y="869487"/>
                            <a:pt x="850531" y="866822"/>
                            <a:pt x="861004" y="861004"/>
                          </a:cubicBezTo>
                          <a:cubicBezTo>
                            <a:pt x="870728" y="855602"/>
                            <a:pt x="878269" y="846877"/>
                            <a:pt x="887702" y="840981"/>
                          </a:cubicBezTo>
                          <a:cubicBezTo>
                            <a:pt x="896139" y="835708"/>
                            <a:pt x="906219" y="833295"/>
                            <a:pt x="914400" y="827632"/>
                          </a:cubicBezTo>
                          <a:cubicBezTo>
                            <a:pt x="935256" y="813193"/>
                            <a:pt x="952718" y="793962"/>
                            <a:pt x="974470" y="780911"/>
                          </a:cubicBezTo>
                          <a:cubicBezTo>
                            <a:pt x="1008393" y="760556"/>
                            <a:pt x="1039478" y="745574"/>
                            <a:pt x="1061238" y="707492"/>
                          </a:cubicBezTo>
                          <a:cubicBezTo>
                            <a:pt x="1091915" y="653806"/>
                            <a:pt x="1077986" y="675695"/>
                            <a:pt x="1101284" y="640747"/>
                          </a:cubicBezTo>
                          <a:cubicBezTo>
                            <a:pt x="1123698" y="551097"/>
                            <a:pt x="1087791" y="689605"/>
                            <a:pt x="1121308" y="580677"/>
                          </a:cubicBezTo>
                          <a:cubicBezTo>
                            <a:pt x="1132084" y="545657"/>
                            <a:pt x="1141047" y="495326"/>
                            <a:pt x="1148005" y="460537"/>
                          </a:cubicBezTo>
                          <a:cubicBezTo>
                            <a:pt x="1157339" y="413864"/>
                            <a:pt x="1152809" y="438392"/>
                            <a:pt x="1161354" y="387118"/>
                          </a:cubicBezTo>
                          <a:cubicBezTo>
                            <a:pt x="1159129" y="364870"/>
                            <a:pt x="1159065" y="342299"/>
                            <a:pt x="1154680" y="320374"/>
                          </a:cubicBezTo>
                          <a:cubicBezTo>
                            <a:pt x="1148934" y="291641"/>
                            <a:pt x="1110166" y="235060"/>
                            <a:pt x="1101284" y="220257"/>
                          </a:cubicBezTo>
                          <a:cubicBezTo>
                            <a:pt x="1073256" y="173543"/>
                            <a:pt x="1049325" y="127533"/>
                            <a:pt x="994493" y="100117"/>
                          </a:cubicBezTo>
                          <a:cubicBezTo>
                            <a:pt x="967795" y="86768"/>
                            <a:pt x="941910" y="71653"/>
                            <a:pt x="914400" y="60070"/>
                          </a:cubicBezTo>
                          <a:cubicBezTo>
                            <a:pt x="857225" y="35996"/>
                            <a:pt x="760348" y="37388"/>
                            <a:pt x="714166" y="33372"/>
                          </a:cubicBezTo>
                          <a:lnTo>
                            <a:pt x="513932" y="46721"/>
                          </a:lnTo>
                          <a:cubicBezTo>
                            <a:pt x="500446" y="47845"/>
                            <a:pt x="486803" y="49359"/>
                            <a:pt x="473886" y="53395"/>
                          </a:cubicBezTo>
                          <a:cubicBezTo>
                            <a:pt x="451015" y="60542"/>
                            <a:pt x="429389" y="71194"/>
                            <a:pt x="407141" y="80093"/>
                          </a:cubicBezTo>
                          <a:cubicBezTo>
                            <a:pt x="396017" y="84543"/>
                            <a:pt x="383125" y="85958"/>
                            <a:pt x="373769" y="93442"/>
                          </a:cubicBezTo>
                          <a:lnTo>
                            <a:pt x="307024" y="146838"/>
                          </a:lnTo>
                          <a:cubicBezTo>
                            <a:pt x="295900" y="171311"/>
                            <a:pt x="277325" y="193627"/>
                            <a:pt x="273652" y="220257"/>
                          </a:cubicBezTo>
                          <a:cubicBezTo>
                            <a:pt x="268172" y="259989"/>
                            <a:pt x="276524" y="300469"/>
                            <a:pt x="280327" y="340397"/>
                          </a:cubicBezTo>
                          <a:cubicBezTo>
                            <a:pt x="280994" y="347401"/>
                            <a:pt x="287001" y="360420"/>
                            <a:pt x="287001" y="36042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Vrije vorm 13">
              <a:extLst>
                <a:ext uri="{FF2B5EF4-FFF2-40B4-BE49-F238E27FC236}">
                  <a16:creationId xmlns:a16="http://schemas.microsoft.com/office/drawing/2014/main" id="{E1856A5D-55DB-BB8D-8F04-085BA82D9B0A}"/>
                </a:ext>
              </a:extLst>
            </p:cNvPr>
            <p:cNvSpPr/>
            <p:nvPr/>
          </p:nvSpPr>
          <p:spPr>
            <a:xfrm rot="20581627">
              <a:off x="7072156" y="3330551"/>
              <a:ext cx="1161354" cy="934423"/>
            </a:xfrm>
            <a:custGeom>
              <a:avLst/>
              <a:gdLst>
                <a:gd name="csX0" fmla="*/ 540630 w 1161354"/>
                <a:gd name="csY0" fmla="*/ 6674 h 934423"/>
                <a:gd name="csX1" fmla="*/ 480560 w 1161354"/>
                <a:gd name="csY1" fmla="*/ 0 h 934423"/>
                <a:gd name="csX2" fmla="*/ 407141 w 1161354"/>
                <a:gd name="csY2" fmla="*/ 6674 h 934423"/>
                <a:gd name="csX3" fmla="*/ 387118 w 1161354"/>
                <a:gd name="csY3" fmla="*/ 13349 h 934423"/>
                <a:gd name="csX4" fmla="*/ 260303 w 1161354"/>
                <a:gd name="csY4" fmla="*/ 66744 h 934423"/>
                <a:gd name="csX5" fmla="*/ 233605 w 1161354"/>
                <a:gd name="csY5" fmla="*/ 86768 h 934423"/>
                <a:gd name="csX6" fmla="*/ 160186 w 1161354"/>
                <a:gd name="csY6" fmla="*/ 140163 h 934423"/>
                <a:gd name="csX7" fmla="*/ 113465 w 1161354"/>
                <a:gd name="csY7" fmla="*/ 186884 h 934423"/>
                <a:gd name="csX8" fmla="*/ 93442 w 1161354"/>
                <a:gd name="csY8" fmla="*/ 220257 h 934423"/>
                <a:gd name="csX9" fmla="*/ 53395 w 1161354"/>
                <a:gd name="csY9" fmla="*/ 280327 h 934423"/>
                <a:gd name="csX10" fmla="*/ 40046 w 1161354"/>
                <a:gd name="csY10" fmla="*/ 320374 h 934423"/>
                <a:gd name="csX11" fmla="*/ 26697 w 1161354"/>
                <a:gd name="csY11" fmla="*/ 353746 h 934423"/>
                <a:gd name="csX12" fmla="*/ 13349 w 1161354"/>
                <a:gd name="csY12" fmla="*/ 393793 h 934423"/>
                <a:gd name="csX13" fmla="*/ 0 w 1161354"/>
                <a:gd name="csY13" fmla="*/ 473886 h 934423"/>
                <a:gd name="csX14" fmla="*/ 13349 w 1161354"/>
                <a:gd name="csY14" fmla="*/ 667445 h 934423"/>
                <a:gd name="csX15" fmla="*/ 46721 w 1161354"/>
                <a:gd name="csY15" fmla="*/ 734190 h 934423"/>
                <a:gd name="csX16" fmla="*/ 66744 w 1161354"/>
                <a:gd name="csY16" fmla="*/ 760887 h 934423"/>
                <a:gd name="csX17" fmla="*/ 120140 w 1161354"/>
                <a:gd name="csY17" fmla="*/ 814283 h 934423"/>
                <a:gd name="csX18" fmla="*/ 193559 w 1161354"/>
                <a:gd name="csY18" fmla="*/ 854330 h 934423"/>
                <a:gd name="csX19" fmla="*/ 266978 w 1161354"/>
                <a:gd name="csY19" fmla="*/ 887702 h 934423"/>
                <a:gd name="csX20" fmla="*/ 360420 w 1161354"/>
                <a:gd name="csY20" fmla="*/ 914400 h 934423"/>
                <a:gd name="csX21" fmla="*/ 407141 w 1161354"/>
                <a:gd name="csY21" fmla="*/ 927749 h 934423"/>
                <a:gd name="csX22" fmla="*/ 500584 w 1161354"/>
                <a:gd name="csY22" fmla="*/ 934423 h 934423"/>
                <a:gd name="csX23" fmla="*/ 647422 w 1161354"/>
                <a:gd name="csY23" fmla="*/ 927749 h 934423"/>
                <a:gd name="csX24" fmla="*/ 734189 w 1161354"/>
                <a:gd name="csY24" fmla="*/ 914400 h 934423"/>
                <a:gd name="csX25" fmla="*/ 800934 w 1161354"/>
                <a:gd name="csY25" fmla="*/ 887702 h 934423"/>
                <a:gd name="csX26" fmla="*/ 827632 w 1161354"/>
                <a:gd name="csY26" fmla="*/ 874353 h 934423"/>
                <a:gd name="csX27" fmla="*/ 861004 w 1161354"/>
                <a:gd name="csY27" fmla="*/ 861004 h 934423"/>
                <a:gd name="csX28" fmla="*/ 887702 w 1161354"/>
                <a:gd name="csY28" fmla="*/ 840981 h 934423"/>
                <a:gd name="csX29" fmla="*/ 914400 w 1161354"/>
                <a:gd name="csY29" fmla="*/ 827632 h 934423"/>
                <a:gd name="csX30" fmla="*/ 974470 w 1161354"/>
                <a:gd name="csY30" fmla="*/ 780911 h 934423"/>
                <a:gd name="csX31" fmla="*/ 1061238 w 1161354"/>
                <a:gd name="csY31" fmla="*/ 707492 h 934423"/>
                <a:gd name="csX32" fmla="*/ 1101284 w 1161354"/>
                <a:gd name="csY32" fmla="*/ 640747 h 934423"/>
                <a:gd name="csX33" fmla="*/ 1121308 w 1161354"/>
                <a:gd name="csY33" fmla="*/ 580677 h 934423"/>
                <a:gd name="csX34" fmla="*/ 1148005 w 1161354"/>
                <a:gd name="csY34" fmla="*/ 460537 h 934423"/>
                <a:gd name="csX35" fmla="*/ 1161354 w 1161354"/>
                <a:gd name="csY35" fmla="*/ 387118 h 934423"/>
                <a:gd name="csX36" fmla="*/ 1154680 w 1161354"/>
                <a:gd name="csY36" fmla="*/ 320374 h 934423"/>
                <a:gd name="csX37" fmla="*/ 1101284 w 1161354"/>
                <a:gd name="csY37" fmla="*/ 220257 h 934423"/>
                <a:gd name="csX38" fmla="*/ 994493 w 1161354"/>
                <a:gd name="csY38" fmla="*/ 100117 h 934423"/>
                <a:gd name="csX39" fmla="*/ 914400 w 1161354"/>
                <a:gd name="csY39" fmla="*/ 60070 h 934423"/>
                <a:gd name="csX40" fmla="*/ 714166 w 1161354"/>
                <a:gd name="csY40" fmla="*/ 33372 h 934423"/>
                <a:gd name="csX41" fmla="*/ 513932 w 1161354"/>
                <a:gd name="csY41" fmla="*/ 46721 h 934423"/>
                <a:gd name="csX42" fmla="*/ 473886 w 1161354"/>
                <a:gd name="csY42" fmla="*/ 53395 h 934423"/>
                <a:gd name="csX43" fmla="*/ 407141 w 1161354"/>
                <a:gd name="csY43" fmla="*/ 80093 h 934423"/>
                <a:gd name="csX44" fmla="*/ 373769 w 1161354"/>
                <a:gd name="csY44" fmla="*/ 93442 h 934423"/>
                <a:gd name="csX45" fmla="*/ 307024 w 1161354"/>
                <a:gd name="csY45" fmla="*/ 146838 h 934423"/>
                <a:gd name="csX46" fmla="*/ 273652 w 1161354"/>
                <a:gd name="csY46" fmla="*/ 220257 h 934423"/>
                <a:gd name="csX47" fmla="*/ 280327 w 1161354"/>
                <a:gd name="csY47" fmla="*/ 340397 h 934423"/>
                <a:gd name="csX48" fmla="*/ 287001 w 1161354"/>
                <a:gd name="csY48" fmla="*/ 360420 h 93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1161354" h="934423" extrusionOk="0">
                  <a:moveTo>
                    <a:pt x="540630" y="6674"/>
                  </a:moveTo>
                  <a:cubicBezTo>
                    <a:pt x="520074" y="4120"/>
                    <a:pt x="500110" y="224"/>
                    <a:pt x="480560" y="0"/>
                  </a:cubicBezTo>
                  <a:cubicBezTo>
                    <a:pt x="461765" y="1217"/>
                    <a:pt x="429030" y="3277"/>
                    <a:pt x="407141" y="6674"/>
                  </a:cubicBezTo>
                  <a:cubicBezTo>
                    <a:pt x="399382" y="8445"/>
                    <a:pt x="393747" y="12169"/>
                    <a:pt x="387118" y="13349"/>
                  </a:cubicBezTo>
                  <a:cubicBezTo>
                    <a:pt x="315093" y="28078"/>
                    <a:pt x="386097" y="7589"/>
                    <a:pt x="260303" y="66744"/>
                  </a:cubicBezTo>
                  <a:cubicBezTo>
                    <a:pt x="251175" y="72010"/>
                    <a:pt x="244367" y="78137"/>
                    <a:pt x="233605" y="86768"/>
                  </a:cubicBezTo>
                  <a:cubicBezTo>
                    <a:pt x="153191" y="119117"/>
                    <a:pt x="224864" y="80302"/>
                    <a:pt x="160186" y="140163"/>
                  </a:cubicBezTo>
                  <a:cubicBezTo>
                    <a:pt x="143680" y="151657"/>
                    <a:pt x="121849" y="172094"/>
                    <a:pt x="113465" y="186884"/>
                  </a:cubicBezTo>
                  <a:cubicBezTo>
                    <a:pt x="107030" y="198142"/>
                    <a:pt x="104286" y="210340"/>
                    <a:pt x="93442" y="220257"/>
                  </a:cubicBezTo>
                  <a:cubicBezTo>
                    <a:pt x="73776" y="246331"/>
                    <a:pt x="68228" y="250662"/>
                    <a:pt x="53395" y="280327"/>
                  </a:cubicBezTo>
                  <a:cubicBezTo>
                    <a:pt x="48626" y="294707"/>
                    <a:pt x="45032" y="308982"/>
                    <a:pt x="40046" y="320374"/>
                  </a:cubicBezTo>
                  <a:cubicBezTo>
                    <a:pt x="37230" y="333603"/>
                    <a:pt x="32379" y="344431"/>
                    <a:pt x="26697" y="353746"/>
                  </a:cubicBezTo>
                  <a:cubicBezTo>
                    <a:pt x="23809" y="365288"/>
                    <a:pt x="16673" y="378777"/>
                    <a:pt x="13349" y="393793"/>
                  </a:cubicBezTo>
                  <a:cubicBezTo>
                    <a:pt x="7478" y="420214"/>
                    <a:pt x="0" y="473886"/>
                    <a:pt x="0" y="473886"/>
                  </a:cubicBezTo>
                  <a:cubicBezTo>
                    <a:pt x="-8362" y="488383"/>
                    <a:pt x="-6332" y="606902"/>
                    <a:pt x="13349" y="667445"/>
                  </a:cubicBezTo>
                  <a:cubicBezTo>
                    <a:pt x="21461" y="687725"/>
                    <a:pt x="26645" y="714929"/>
                    <a:pt x="46721" y="734190"/>
                  </a:cubicBezTo>
                  <a:cubicBezTo>
                    <a:pt x="52235" y="744618"/>
                    <a:pt x="60115" y="753347"/>
                    <a:pt x="66744" y="760887"/>
                  </a:cubicBezTo>
                  <a:cubicBezTo>
                    <a:pt x="83712" y="780418"/>
                    <a:pt x="99186" y="800959"/>
                    <a:pt x="120140" y="814283"/>
                  </a:cubicBezTo>
                  <a:cubicBezTo>
                    <a:pt x="189483" y="887034"/>
                    <a:pt x="95874" y="802840"/>
                    <a:pt x="193559" y="854330"/>
                  </a:cubicBezTo>
                  <a:cubicBezTo>
                    <a:pt x="246015" y="887930"/>
                    <a:pt x="206170" y="873276"/>
                    <a:pt x="266978" y="887702"/>
                  </a:cubicBezTo>
                  <a:cubicBezTo>
                    <a:pt x="299350" y="889325"/>
                    <a:pt x="324990" y="905259"/>
                    <a:pt x="360420" y="914400"/>
                  </a:cubicBezTo>
                  <a:cubicBezTo>
                    <a:pt x="377563" y="920201"/>
                    <a:pt x="390396" y="928372"/>
                    <a:pt x="407141" y="927749"/>
                  </a:cubicBezTo>
                  <a:cubicBezTo>
                    <a:pt x="429082" y="924236"/>
                    <a:pt x="468046" y="932948"/>
                    <a:pt x="500584" y="934423"/>
                  </a:cubicBezTo>
                  <a:cubicBezTo>
                    <a:pt x="551902" y="940187"/>
                    <a:pt x="599591" y="930811"/>
                    <a:pt x="647422" y="927749"/>
                  </a:cubicBezTo>
                  <a:cubicBezTo>
                    <a:pt x="664625" y="926177"/>
                    <a:pt x="718952" y="918133"/>
                    <a:pt x="734189" y="914400"/>
                  </a:cubicBezTo>
                  <a:cubicBezTo>
                    <a:pt x="752130" y="904026"/>
                    <a:pt x="774261" y="901846"/>
                    <a:pt x="800934" y="887702"/>
                  </a:cubicBezTo>
                  <a:cubicBezTo>
                    <a:pt x="808987" y="886119"/>
                    <a:pt x="820183" y="876432"/>
                    <a:pt x="827632" y="874353"/>
                  </a:cubicBezTo>
                  <a:cubicBezTo>
                    <a:pt x="839417" y="870263"/>
                    <a:pt x="851220" y="866410"/>
                    <a:pt x="861004" y="861004"/>
                  </a:cubicBezTo>
                  <a:cubicBezTo>
                    <a:pt x="870360" y="858871"/>
                    <a:pt x="878963" y="843850"/>
                    <a:pt x="887702" y="840981"/>
                  </a:cubicBezTo>
                  <a:cubicBezTo>
                    <a:pt x="895152" y="835676"/>
                    <a:pt x="908474" y="833940"/>
                    <a:pt x="914400" y="827632"/>
                  </a:cubicBezTo>
                  <a:cubicBezTo>
                    <a:pt x="939955" y="811949"/>
                    <a:pt x="951716" y="800900"/>
                    <a:pt x="974470" y="780911"/>
                  </a:cubicBezTo>
                  <a:cubicBezTo>
                    <a:pt x="1009050" y="762292"/>
                    <a:pt x="1042449" y="746163"/>
                    <a:pt x="1061238" y="707492"/>
                  </a:cubicBezTo>
                  <a:cubicBezTo>
                    <a:pt x="1088256" y="656168"/>
                    <a:pt x="1075379" y="671793"/>
                    <a:pt x="1101284" y="640747"/>
                  </a:cubicBezTo>
                  <a:cubicBezTo>
                    <a:pt x="1094925" y="554547"/>
                    <a:pt x="1098809" y="701177"/>
                    <a:pt x="1121308" y="580677"/>
                  </a:cubicBezTo>
                  <a:cubicBezTo>
                    <a:pt x="1130894" y="552088"/>
                    <a:pt x="1142542" y="499169"/>
                    <a:pt x="1148005" y="460537"/>
                  </a:cubicBezTo>
                  <a:cubicBezTo>
                    <a:pt x="1162021" y="416042"/>
                    <a:pt x="1155862" y="441376"/>
                    <a:pt x="1161354" y="387118"/>
                  </a:cubicBezTo>
                  <a:cubicBezTo>
                    <a:pt x="1159345" y="365629"/>
                    <a:pt x="1162592" y="343784"/>
                    <a:pt x="1154680" y="320374"/>
                  </a:cubicBezTo>
                  <a:cubicBezTo>
                    <a:pt x="1147552" y="291896"/>
                    <a:pt x="1108833" y="239942"/>
                    <a:pt x="1101284" y="220257"/>
                  </a:cubicBezTo>
                  <a:cubicBezTo>
                    <a:pt x="1075155" y="170345"/>
                    <a:pt x="1043659" y="135448"/>
                    <a:pt x="994493" y="100117"/>
                  </a:cubicBezTo>
                  <a:cubicBezTo>
                    <a:pt x="967891" y="91115"/>
                    <a:pt x="943482" y="70243"/>
                    <a:pt x="914400" y="60070"/>
                  </a:cubicBezTo>
                  <a:cubicBezTo>
                    <a:pt x="854410" y="44786"/>
                    <a:pt x="772367" y="41511"/>
                    <a:pt x="714166" y="33372"/>
                  </a:cubicBezTo>
                  <a:cubicBezTo>
                    <a:pt x="638328" y="39161"/>
                    <a:pt x="603168" y="34474"/>
                    <a:pt x="513932" y="46721"/>
                  </a:cubicBezTo>
                  <a:cubicBezTo>
                    <a:pt x="500747" y="47822"/>
                    <a:pt x="487044" y="48426"/>
                    <a:pt x="473886" y="53395"/>
                  </a:cubicBezTo>
                  <a:cubicBezTo>
                    <a:pt x="451263" y="59612"/>
                    <a:pt x="428596" y="75132"/>
                    <a:pt x="407141" y="80093"/>
                  </a:cubicBezTo>
                  <a:cubicBezTo>
                    <a:pt x="393747" y="82110"/>
                    <a:pt x="385376" y="87771"/>
                    <a:pt x="373769" y="93442"/>
                  </a:cubicBezTo>
                  <a:cubicBezTo>
                    <a:pt x="351037" y="122659"/>
                    <a:pt x="322372" y="130994"/>
                    <a:pt x="307024" y="146838"/>
                  </a:cubicBezTo>
                  <a:cubicBezTo>
                    <a:pt x="300069" y="167883"/>
                    <a:pt x="277412" y="191091"/>
                    <a:pt x="273652" y="220257"/>
                  </a:cubicBezTo>
                  <a:cubicBezTo>
                    <a:pt x="266179" y="256303"/>
                    <a:pt x="278465" y="304243"/>
                    <a:pt x="280327" y="340397"/>
                  </a:cubicBezTo>
                  <a:cubicBezTo>
                    <a:pt x="280994" y="347401"/>
                    <a:pt x="287001" y="360419"/>
                    <a:pt x="287001" y="36042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540630 w 1161354"/>
                        <a:gd name="connsiteY0" fmla="*/ 6674 h 934423"/>
                        <a:gd name="connsiteX1" fmla="*/ 480560 w 1161354"/>
                        <a:gd name="connsiteY1" fmla="*/ 0 h 934423"/>
                        <a:gd name="connsiteX2" fmla="*/ 407141 w 1161354"/>
                        <a:gd name="connsiteY2" fmla="*/ 6674 h 934423"/>
                        <a:gd name="connsiteX3" fmla="*/ 387118 w 1161354"/>
                        <a:gd name="connsiteY3" fmla="*/ 13349 h 934423"/>
                        <a:gd name="connsiteX4" fmla="*/ 260303 w 1161354"/>
                        <a:gd name="connsiteY4" fmla="*/ 66744 h 934423"/>
                        <a:gd name="connsiteX5" fmla="*/ 233605 w 1161354"/>
                        <a:gd name="connsiteY5" fmla="*/ 86768 h 934423"/>
                        <a:gd name="connsiteX6" fmla="*/ 160186 w 1161354"/>
                        <a:gd name="connsiteY6" fmla="*/ 140163 h 934423"/>
                        <a:gd name="connsiteX7" fmla="*/ 113465 w 1161354"/>
                        <a:gd name="connsiteY7" fmla="*/ 186884 h 934423"/>
                        <a:gd name="connsiteX8" fmla="*/ 93442 w 1161354"/>
                        <a:gd name="connsiteY8" fmla="*/ 220257 h 934423"/>
                        <a:gd name="connsiteX9" fmla="*/ 53395 w 1161354"/>
                        <a:gd name="connsiteY9" fmla="*/ 280327 h 934423"/>
                        <a:gd name="connsiteX10" fmla="*/ 40046 w 1161354"/>
                        <a:gd name="connsiteY10" fmla="*/ 320374 h 934423"/>
                        <a:gd name="connsiteX11" fmla="*/ 26697 w 1161354"/>
                        <a:gd name="connsiteY11" fmla="*/ 353746 h 934423"/>
                        <a:gd name="connsiteX12" fmla="*/ 13349 w 1161354"/>
                        <a:gd name="connsiteY12" fmla="*/ 393793 h 934423"/>
                        <a:gd name="connsiteX13" fmla="*/ 0 w 1161354"/>
                        <a:gd name="connsiteY13" fmla="*/ 473886 h 934423"/>
                        <a:gd name="connsiteX14" fmla="*/ 13349 w 1161354"/>
                        <a:gd name="connsiteY14" fmla="*/ 667445 h 934423"/>
                        <a:gd name="connsiteX15" fmla="*/ 46721 w 1161354"/>
                        <a:gd name="connsiteY15" fmla="*/ 734190 h 934423"/>
                        <a:gd name="connsiteX16" fmla="*/ 66744 w 1161354"/>
                        <a:gd name="connsiteY16" fmla="*/ 760887 h 934423"/>
                        <a:gd name="connsiteX17" fmla="*/ 120140 w 1161354"/>
                        <a:gd name="connsiteY17" fmla="*/ 814283 h 934423"/>
                        <a:gd name="connsiteX18" fmla="*/ 193559 w 1161354"/>
                        <a:gd name="connsiteY18" fmla="*/ 854330 h 934423"/>
                        <a:gd name="connsiteX19" fmla="*/ 266978 w 1161354"/>
                        <a:gd name="connsiteY19" fmla="*/ 887702 h 934423"/>
                        <a:gd name="connsiteX20" fmla="*/ 360420 w 1161354"/>
                        <a:gd name="connsiteY20" fmla="*/ 914400 h 934423"/>
                        <a:gd name="connsiteX21" fmla="*/ 407141 w 1161354"/>
                        <a:gd name="connsiteY21" fmla="*/ 927749 h 934423"/>
                        <a:gd name="connsiteX22" fmla="*/ 500584 w 1161354"/>
                        <a:gd name="connsiteY22" fmla="*/ 934423 h 934423"/>
                        <a:gd name="connsiteX23" fmla="*/ 647422 w 1161354"/>
                        <a:gd name="connsiteY23" fmla="*/ 927749 h 934423"/>
                        <a:gd name="connsiteX24" fmla="*/ 734189 w 1161354"/>
                        <a:gd name="connsiteY24" fmla="*/ 914400 h 934423"/>
                        <a:gd name="connsiteX25" fmla="*/ 800934 w 1161354"/>
                        <a:gd name="connsiteY25" fmla="*/ 887702 h 934423"/>
                        <a:gd name="connsiteX26" fmla="*/ 827632 w 1161354"/>
                        <a:gd name="connsiteY26" fmla="*/ 874353 h 934423"/>
                        <a:gd name="connsiteX27" fmla="*/ 861004 w 1161354"/>
                        <a:gd name="connsiteY27" fmla="*/ 861004 h 934423"/>
                        <a:gd name="connsiteX28" fmla="*/ 887702 w 1161354"/>
                        <a:gd name="connsiteY28" fmla="*/ 840981 h 934423"/>
                        <a:gd name="connsiteX29" fmla="*/ 914400 w 1161354"/>
                        <a:gd name="connsiteY29" fmla="*/ 827632 h 934423"/>
                        <a:gd name="connsiteX30" fmla="*/ 974470 w 1161354"/>
                        <a:gd name="connsiteY30" fmla="*/ 780911 h 934423"/>
                        <a:gd name="connsiteX31" fmla="*/ 1061238 w 1161354"/>
                        <a:gd name="connsiteY31" fmla="*/ 707492 h 934423"/>
                        <a:gd name="connsiteX32" fmla="*/ 1101284 w 1161354"/>
                        <a:gd name="connsiteY32" fmla="*/ 640747 h 934423"/>
                        <a:gd name="connsiteX33" fmla="*/ 1121308 w 1161354"/>
                        <a:gd name="connsiteY33" fmla="*/ 580677 h 934423"/>
                        <a:gd name="connsiteX34" fmla="*/ 1148005 w 1161354"/>
                        <a:gd name="connsiteY34" fmla="*/ 460537 h 934423"/>
                        <a:gd name="connsiteX35" fmla="*/ 1161354 w 1161354"/>
                        <a:gd name="connsiteY35" fmla="*/ 387118 h 934423"/>
                        <a:gd name="connsiteX36" fmla="*/ 1154680 w 1161354"/>
                        <a:gd name="connsiteY36" fmla="*/ 320374 h 934423"/>
                        <a:gd name="connsiteX37" fmla="*/ 1101284 w 1161354"/>
                        <a:gd name="connsiteY37" fmla="*/ 220257 h 934423"/>
                        <a:gd name="connsiteX38" fmla="*/ 994493 w 1161354"/>
                        <a:gd name="connsiteY38" fmla="*/ 100117 h 934423"/>
                        <a:gd name="connsiteX39" fmla="*/ 914400 w 1161354"/>
                        <a:gd name="connsiteY39" fmla="*/ 60070 h 934423"/>
                        <a:gd name="connsiteX40" fmla="*/ 714166 w 1161354"/>
                        <a:gd name="connsiteY40" fmla="*/ 33372 h 934423"/>
                        <a:gd name="connsiteX41" fmla="*/ 513932 w 1161354"/>
                        <a:gd name="connsiteY41" fmla="*/ 46721 h 934423"/>
                        <a:gd name="connsiteX42" fmla="*/ 473886 w 1161354"/>
                        <a:gd name="connsiteY42" fmla="*/ 53395 h 934423"/>
                        <a:gd name="connsiteX43" fmla="*/ 407141 w 1161354"/>
                        <a:gd name="connsiteY43" fmla="*/ 80093 h 934423"/>
                        <a:gd name="connsiteX44" fmla="*/ 373769 w 1161354"/>
                        <a:gd name="connsiteY44" fmla="*/ 93442 h 934423"/>
                        <a:gd name="connsiteX45" fmla="*/ 307024 w 1161354"/>
                        <a:gd name="connsiteY45" fmla="*/ 146838 h 934423"/>
                        <a:gd name="connsiteX46" fmla="*/ 273652 w 1161354"/>
                        <a:gd name="connsiteY46" fmla="*/ 220257 h 934423"/>
                        <a:gd name="connsiteX47" fmla="*/ 280327 w 1161354"/>
                        <a:gd name="connsiteY47" fmla="*/ 340397 h 934423"/>
                        <a:gd name="connsiteX48" fmla="*/ 287001 w 1161354"/>
                        <a:gd name="connsiteY48" fmla="*/ 360420 h 9344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61354" h="934423">
                          <a:moveTo>
                            <a:pt x="540630" y="6674"/>
                          </a:moveTo>
                          <a:cubicBezTo>
                            <a:pt x="520607" y="4449"/>
                            <a:pt x="500707" y="0"/>
                            <a:pt x="480560" y="0"/>
                          </a:cubicBezTo>
                          <a:cubicBezTo>
                            <a:pt x="455986" y="0"/>
                            <a:pt x="431468" y="3199"/>
                            <a:pt x="407141" y="6674"/>
                          </a:cubicBezTo>
                          <a:cubicBezTo>
                            <a:pt x="400176" y="7669"/>
                            <a:pt x="393883" y="11416"/>
                            <a:pt x="387118" y="13349"/>
                          </a:cubicBezTo>
                          <a:cubicBezTo>
                            <a:pt x="322116" y="31921"/>
                            <a:pt x="379073" y="4233"/>
                            <a:pt x="260303" y="66744"/>
                          </a:cubicBezTo>
                          <a:cubicBezTo>
                            <a:pt x="250459" y="71925"/>
                            <a:pt x="243038" y="80872"/>
                            <a:pt x="233605" y="86768"/>
                          </a:cubicBezTo>
                          <a:cubicBezTo>
                            <a:pt x="176209" y="122642"/>
                            <a:pt x="239930" y="66117"/>
                            <a:pt x="160186" y="140163"/>
                          </a:cubicBezTo>
                          <a:cubicBezTo>
                            <a:pt x="144046" y="155149"/>
                            <a:pt x="124796" y="167998"/>
                            <a:pt x="113465" y="186884"/>
                          </a:cubicBezTo>
                          <a:cubicBezTo>
                            <a:pt x="106791" y="198008"/>
                            <a:pt x="100638" y="209463"/>
                            <a:pt x="93442" y="220257"/>
                          </a:cubicBezTo>
                          <a:cubicBezTo>
                            <a:pt x="75838" y="246664"/>
                            <a:pt x="67245" y="249858"/>
                            <a:pt x="53395" y="280327"/>
                          </a:cubicBezTo>
                          <a:cubicBezTo>
                            <a:pt x="47572" y="293137"/>
                            <a:pt x="44855" y="307150"/>
                            <a:pt x="40046" y="320374"/>
                          </a:cubicBezTo>
                          <a:cubicBezTo>
                            <a:pt x="35952" y="331634"/>
                            <a:pt x="30791" y="342486"/>
                            <a:pt x="26697" y="353746"/>
                          </a:cubicBezTo>
                          <a:cubicBezTo>
                            <a:pt x="21888" y="366970"/>
                            <a:pt x="16401" y="380057"/>
                            <a:pt x="13349" y="393793"/>
                          </a:cubicBezTo>
                          <a:cubicBezTo>
                            <a:pt x="7478" y="420214"/>
                            <a:pt x="0" y="473886"/>
                            <a:pt x="0" y="473886"/>
                          </a:cubicBezTo>
                          <a:cubicBezTo>
                            <a:pt x="631" y="489021"/>
                            <a:pt x="-2425" y="614866"/>
                            <a:pt x="13349" y="667445"/>
                          </a:cubicBezTo>
                          <a:cubicBezTo>
                            <a:pt x="21060" y="693150"/>
                            <a:pt x="31853" y="711888"/>
                            <a:pt x="46721" y="734190"/>
                          </a:cubicBezTo>
                          <a:cubicBezTo>
                            <a:pt x="52891" y="743446"/>
                            <a:pt x="59227" y="752687"/>
                            <a:pt x="66744" y="760887"/>
                          </a:cubicBezTo>
                          <a:cubicBezTo>
                            <a:pt x="83753" y="779442"/>
                            <a:pt x="98556" y="801333"/>
                            <a:pt x="120140" y="814283"/>
                          </a:cubicBezTo>
                          <a:cubicBezTo>
                            <a:pt x="203721" y="864431"/>
                            <a:pt x="98868" y="802680"/>
                            <a:pt x="193559" y="854330"/>
                          </a:cubicBezTo>
                          <a:cubicBezTo>
                            <a:pt x="242538" y="881046"/>
                            <a:pt x="210783" y="870843"/>
                            <a:pt x="266978" y="887702"/>
                          </a:cubicBezTo>
                          <a:cubicBezTo>
                            <a:pt x="298006" y="897010"/>
                            <a:pt x="329273" y="905501"/>
                            <a:pt x="360420" y="914400"/>
                          </a:cubicBezTo>
                          <a:cubicBezTo>
                            <a:pt x="375994" y="918850"/>
                            <a:pt x="390985" y="926595"/>
                            <a:pt x="407141" y="927749"/>
                          </a:cubicBezTo>
                          <a:lnTo>
                            <a:pt x="500584" y="934423"/>
                          </a:lnTo>
                          <a:cubicBezTo>
                            <a:pt x="549530" y="932198"/>
                            <a:pt x="598542" y="931120"/>
                            <a:pt x="647422" y="927749"/>
                          </a:cubicBezTo>
                          <a:cubicBezTo>
                            <a:pt x="662061" y="926739"/>
                            <a:pt x="717747" y="917140"/>
                            <a:pt x="734189" y="914400"/>
                          </a:cubicBezTo>
                          <a:cubicBezTo>
                            <a:pt x="756437" y="905501"/>
                            <a:pt x="778909" y="897141"/>
                            <a:pt x="800934" y="887702"/>
                          </a:cubicBezTo>
                          <a:cubicBezTo>
                            <a:pt x="810079" y="883783"/>
                            <a:pt x="818540" y="878394"/>
                            <a:pt x="827632" y="874353"/>
                          </a:cubicBezTo>
                          <a:cubicBezTo>
                            <a:pt x="838580" y="869487"/>
                            <a:pt x="850531" y="866822"/>
                            <a:pt x="861004" y="861004"/>
                          </a:cubicBezTo>
                          <a:cubicBezTo>
                            <a:pt x="870728" y="855602"/>
                            <a:pt x="878269" y="846877"/>
                            <a:pt x="887702" y="840981"/>
                          </a:cubicBezTo>
                          <a:cubicBezTo>
                            <a:pt x="896139" y="835708"/>
                            <a:pt x="906219" y="833295"/>
                            <a:pt x="914400" y="827632"/>
                          </a:cubicBezTo>
                          <a:cubicBezTo>
                            <a:pt x="935256" y="813193"/>
                            <a:pt x="952718" y="793962"/>
                            <a:pt x="974470" y="780911"/>
                          </a:cubicBezTo>
                          <a:cubicBezTo>
                            <a:pt x="1008393" y="760556"/>
                            <a:pt x="1039478" y="745574"/>
                            <a:pt x="1061238" y="707492"/>
                          </a:cubicBezTo>
                          <a:cubicBezTo>
                            <a:pt x="1091915" y="653806"/>
                            <a:pt x="1077986" y="675695"/>
                            <a:pt x="1101284" y="640747"/>
                          </a:cubicBezTo>
                          <a:cubicBezTo>
                            <a:pt x="1123698" y="551097"/>
                            <a:pt x="1087791" y="689605"/>
                            <a:pt x="1121308" y="580677"/>
                          </a:cubicBezTo>
                          <a:cubicBezTo>
                            <a:pt x="1132084" y="545657"/>
                            <a:pt x="1141047" y="495326"/>
                            <a:pt x="1148005" y="460537"/>
                          </a:cubicBezTo>
                          <a:cubicBezTo>
                            <a:pt x="1157339" y="413864"/>
                            <a:pt x="1152809" y="438392"/>
                            <a:pt x="1161354" y="387118"/>
                          </a:cubicBezTo>
                          <a:cubicBezTo>
                            <a:pt x="1159129" y="364870"/>
                            <a:pt x="1159065" y="342299"/>
                            <a:pt x="1154680" y="320374"/>
                          </a:cubicBezTo>
                          <a:cubicBezTo>
                            <a:pt x="1148934" y="291641"/>
                            <a:pt x="1110166" y="235060"/>
                            <a:pt x="1101284" y="220257"/>
                          </a:cubicBezTo>
                          <a:cubicBezTo>
                            <a:pt x="1073256" y="173543"/>
                            <a:pt x="1049325" y="127533"/>
                            <a:pt x="994493" y="100117"/>
                          </a:cubicBezTo>
                          <a:cubicBezTo>
                            <a:pt x="967795" y="86768"/>
                            <a:pt x="941910" y="71653"/>
                            <a:pt x="914400" y="60070"/>
                          </a:cubicBezTo>
                          <a:cubicBezTo>
                            <a:pt x="857225" y="35996"/>
                            <a:pt x="760348" y="37388"/>
                            <a:pt x="714166" y="33372"/>
                          </a:cubicBezTo>
                          <a:lnTo>
                            <a:pt x="513932" y="46721"/>
                          </a:lnTo>
                          <a:cubicBezTo>
                            <a:pt x="500446" y="47845"/>
                            <a:pt x="486803" y="49359"/>
                            <a:pt x="473886" y="53395"/>
                          </a:cubicBezTo>
                          <a:cubicBezTo>
                            <a:pt x="451015" y="60542"/>
                            <a:pt x="429389" y="71194"/>
                            <a:pt x="407141" y="80093"/>
                          </a:cubicBezTo>
                          <a:cubicBezTo>
                            <a:pt x="396017" y="84543"/>
                            <a:pt x="383125" y="85958"/>
                            <a:pt x="373769" y="93442"/>
                          </a:cubicBezTo>
                          <a:lnTo>
                            <a:pt x="307024" y="146838"/>
                          </a:lnTo>
                          <a:cubicBezTo>
                            <a:pt x="295900" y="171311"/>
                            <a:pt x="277325" y="193627"/>
                            <a:pt x="273652" y="220257"/>
                          </a:cubicBezTo>
                          <a:cubicBezTo>
                            <a:pt x="268172" y="259989"/>
                            <a:pt x="276524" y="300469"/>
                            <a:pt x="280327" y="340397"/>
                          </a:cubicBezTo>
                          <a:cubicBezTo>
                            <a:pt x="280994" y="347401"/>
                            <a:pt x="287001" y="360420"/>
                            <a:pt x="287001" y="36042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6FCDD21-590B-4EF3-942F-36766C62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0124" y="1277278"/>
            <a:ext cx="1905000" cy="86863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nl-NL" sz="2400" dirty="0">
                <a:latin typeface="Fira Sans"/>
              </a:rPr>
              <a:t>1. AuthZEN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A307E89-6608-C958-1839-02F5077DFBB7}"/>
              </a:ext>
            </a:extLst>
          </p:cNvPr>
          <p:cNvSpPr txBox="1">
            <a:spLocks/>
          </p:cNvSpPr>
          <p:nvPr/>
        </p:nvSpPr>
        <p:spPr>
          <a:xfrm>
            <a:off x="9640124" y="2796365"/>
            <a:ext cx="1967860" cy="118059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400" dirty="0">
                <a:latin typeface="Fira Sans"/>
              </a:rPr>
              <a:t>2. Logboek toegangs-beslissingen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B57C0D0-A538-7191-9F9C-D5C36B7BFE9C}"/>
              </a:ext>
            </a:extLst>
          </p:cNvPr>
          <p:cNvSpPr txBox="1">
            <a:spLocks/>
          </p:cNvSpPr>
          <p:nvPr/>
        </p:nvSpPr>
        <p:spPr>
          <a:xfrm>
            <a:off x="9640124" y="4511747"/>
            <a:ext cx="2382613" cy="118059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400" dirty="0">
                <a:latin typeface="Fira Sans"/>
              </a:rPr>
              <a:t>3. Register toegangsbeleid</a:t>
            </a:r>
          </a:p>
        </p:txBody>
      </p:sp>
    </p:spTree>
    <p:extLst>
      <p:ext uri="{BB962C8B-B14F-4D97-AF65-F5344CB8AC3E}">
        <p14:creationId xmlns:p14="http://schemas.microsoft.com/office/powerpoint/2010/main" val="408299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101E-907F-47C4-2452-C39D64E0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42C106A-6B23-8D97-A695-71AFE4B29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5" r="646" b="-2191"/>
          <a:stretch>
            <a:fillRect/>
          </a:stretch>
        </p:blipFill>
        <p:spPr>
          <a:xfrm>
            <a:off x="5208103" y="2192199"/>
            <a:ext cx="6551237" cy="31714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FE3D0C-D18F-506B-2060-5A4061518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269" b="-2191"/>
          <a:stretch>
            <a:fillRect/>
          </a:stretch>
        </p:blipFill>
        <p:spPr>
          <a:xfrm>
            <a:off x="339895" y="2195673"/>
            <a:ext cx="4775444" cy="3171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D7CBA8-B71D-E700-0B77-60F4D781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Benodigde functies: </a:t>
            </a:r>
            <a:r>
              <a:rPr lang="nl-NL" dirty="0" err="1">
                <a:latin typeface="Fira Sans SemiBold"/>
              </a:rPr>
              <a:t>OpenFTV</a:t>
            </a:r>
            <a:endParaRPr lang="nl-NL" noProof="0" dirty="0"/>
          </a:p>
        </p:txBody>
      </p:sp>
      <p:sp>
        <p:nvSpPr>
          <p:cNvPr id="4" name="AutoShape 4" descr="Overzicht functies en rollen in EAM ">
            <a:extLst>
              <a:ext uri="{FF2B5EF4-FFF2-40B4-BE49-F238E27FC236}">
                <a16:creationId xmlns:a16="http://schemas.microsoft.com/office/drawing/2014/main" id="{E48FD1BE-7197-AE45-A44B-DD9BBD9CB8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728117" cy="472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DF6D22E-1E77-733C-AB0F-D9ECEAEEF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59" y="1684062"/>
            <a:ext cx="11326681" cy="359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73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4AC6-7370-4F93-1185-3B082A14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CE77A96-E73A-E512-013D-27D42A22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Voortgang</a:t>
            </a:r>
            <a:endParaRPr lang="nl-NL" noProof="0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7E536F5-C007-5981-8E6F-0DEC29F5D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10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file photo for Michiel Trimpe">
            <a:extLst>
              <a:ext uri="{FF2B5EF4-FFF2-40B4-BE49-F238E27FC236}">
                <a16:creationId xmlns:a16="http://schemas.microsoft.com/office/drawing/2014/main" id="{B36C00BD-AC22-C407-450A-7C54C083A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421" y="3590814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file photo for Karin Hiralal">
            <a:extLst>
              <a:ext uri="{FF2B5EF4-FFF2-40B4-BE49-F238E27FC236}">
                <a16:creationId xmlns:a16="http://schemas.microsoft.com/office/drawing/2014/main" id="{0579FE7C-979A-BEDC-6D61-3CF95555F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44" y="3590814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ofile photo for Marc de Boer">
            <a:extLst>
              <a:ext uri="{FF2B5EF4-FFF2-40B4-BE49-F238E27FC236}">
                <a16:creationId xmlns:a16="http://schemas.microsoft.com/office/drawing/2014/main" id="{863BBC85-FBD9-AAB1-C288-7162E515D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421" y="315622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rofile photo for René Vendrig">
            <a:extLst>
              <a:ext uri="{FF2B5EF4-FFF2-40B4-BE49-F238E27FC236}">
                <a16:creationId xmlns:a16="http://schemas.microsoft.com/office/drawing/2014/main" id="{B277FFD4-9FC9-FD1E-854B-E6672375E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44" y="315622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rofile photo for Gerard Juijn">
            <a:extLst>
              <a:ext uri="{FF2B5EF4-FFF2-40B4-BE49-F238E27FC236}">
                <a16:creationId xmlns:a16="http://schemas.microsoft.com/office/drawing/2014/main" id="{79CA8970-44A4-1A1C-2CEB-C5FFEB262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8467" y="315622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rofile photo for Maikel Hofman">
            <a:extLst>
              <a:ext uri="{FF2B5EF4-FFF2-40B4-BE49-F238E27FC236}">
                <a16:creationId xmlns:a16="http://schemas.microsoft.com/office/drawing/2014/main" id="{8310DCB6-0A4E-8FC9-0C59-F7A121C03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8" t="12282" r="16879" b="18170"/>
          <a:stretch>
            <a:fillRect/>
          </a:stretch>
        </p:blipFill>
        <p:spPr bwMode="auto">
          <a:xfrm>
            <a:off x="8848467" y="3590814"/>
            <a:ext cx="2520000" cy="252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87D08C-B224-9241-AB6B-EDC205597E92}"/>
              </a:ext>
            </a:extLst>
          </p:cNvPr>
          <p:cNvSpPr txBox="1"/>
          <p:nvPr/>
        </p:nvSpPr>
        <p:spPr>
          <a:xfrm>
            <a:off x="3068666" y="2843629"/>
            <a:ext cx="1678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Marc de Boer</a:t>
            </a:r>
            <a:br>
              <a:rPr lang="nl-NL" noProof="0" dirty="0"/>
            </a:br>
            <a:r>
              <a:rPr lang="nl-NL" noProof="0" dirty="0"/>
              <a:t>Product </a:t>
            </a:r>
            <a:r>
              <a:rPr lang="nl-NL" noProof="0" dirty="0" err="1"/>
              <a:t>Owner</a:t>
            </a:r>
            <a:endParaRPr lang="nl-NL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22B21-CAF2-3DCB-7193-536B26F0979A}"/>
              </a:ext>
            </a:extLst>
          </p:cNvPr>
          <p:cNvSpPr txBox="1"/>
          <p:nvPr/>
        </p:nvSpPr>
        <p:spPr>
          <a:xfrm>
            <a:off x="3128421" y="6137717"/>
            <a:ext cx="1724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Michiel Trimpe</a:t>
            </a:r>
            <a:br>
              <a:rPr lang="nl-NL" noProof="0" dirty="0"/>
            </a:br>
            <a:r>
              <a:rPr lang="nl-NL" noProof="0" dirty="0"/>
              <a:t>Architect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75C8D-35A5-F603-59E4-7B3BFAD9BF42}"/>
              </a:ext>
            </a:extLst>
          </p:cNvPr>
          <p:cNvSpPr txBox="1"/>
          <p:nvPr/>
        </p:nvSpPr>
        <p:spPr>
          <a:xfrm>
            <a:off x="5988444" y="2843629"/>
            <a:ext cx="2054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René </a:t>
            </a:r>
            <a:r>
              <a:rPr lang="nl-NL" b="1" noProof="0" dirty="0" err="1"/>
              <a:t>Vendrig</a:t>
            </a:r>
            <a:br>
              <a:rPr lang="nl-NL" b="1" noProof="0" dirty="0"/>
            </a:br>
            <a:r>
              <a:rPr lang="nl-NL" noProof="0" dirty="0"/>
              <a:t>UX &amp; Visual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C6DDA-1302-2F70-48F4-49FC3E1E27C7}"/>
              </a:ext>
            </a:extLst>
          </p:cNvPr>
          <p:cNvSpPr txBox="1"/>
          <p:nvPr/>
        </p:nvSpPr>
        <p:spPr>
          <a:xfrm>
            <a:off x="5973098" y="6137717"/>
            <a:ext cx="1668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Karin </a:t>
            </a:r>
            <a:r>
              <a:rPr lang="nl-NL" b="1" noProof="0" dirty="0" err="1"/>
              <a:t>Hiralal</a:t>
            </a:r>
            <a:br>
              <a:rPr lang="nl-NL" noProof="0" dirty="0"/>
            </a:br>
            <a:r>
              <a:rPr lang="nl-NL" noProof="0" dirty="0"/>
              <a:t>Communicatie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D05C9B-46D1-EA5B-3506-CC26E45D1FC5}"/>
              </a:ext>
            </a:extLst>
          </p:cNvPr>
          <p:cNvSpPr txBox="1"/>
          <p:nvPr/>
        </p:nvSpPr>
        <p:spPr>
          <a:xfrm>
            <a:off x="8848467" y="2843629"/>
            <a:ext cx="1500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Gerard </a:t>
            </a:r>
            <a:r>
              <a:rPr lang="nl-NL" b="1" noProof="0" dirty="0" err="1"/>
              <a:t>Juijn</a:t>
            </a:r>
            <a:br>
              <a:rPr lang="nl-NL" b="1" noProof="0" dirty="0"/>
            </a:br>
            <a:r>
              <a:rPr lang="nl-NL" noProof="0" dirty="0"/>
              <a:t>Ontwikkelaar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4AFF5-2B62-B662-01A1-3EF83EAA25AE}"/>
              </a:ext>
            </a:extLst>
          </p:cNvPr>
          <p:cNvSpPr txBox="1"/>
          <p:nvPr/>
        </p:nvSpPr>
        <p:spPr>
          <a:xfrm>
            <a:off x="8848467" y="6137717"/>
            <a:ext cx="1768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noProof="0" dirty="0"/>
              <a:t>Maikel Hofman</a:t>
            </a:r>
            <a:br>
              <a:rPr lang="nl-NL" b="1" noProof="0" dirty="0"/>
            </a:br>
            <a:r>
              <a:rPr lang="nl-NL" noProof="0" dirty="0"/>
              <a:t>Ontwikkelaar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B746EDF-BBF6-7658-0DB0-5D1FF5E5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noProof="0" dirty="0"/>
              <a:t>Status</a:t>
            </a:r>
            <a:br>
              <a:rPr lang="nl-NL" noProof="0" dirty="0"/>
            </a:br>
            <a:r>
              <a:rPr lang="nl-NL" noProof="0" dirty="0"/>
              <a:t>team</a:t>
            </a:r>
          </a:p>
        </p:txBody>
      </p:sp>
      <p:pic>
        <p:nvPicPr>
          <p:cNvPr id="5124" name="Picture 4" descr="Vng Logo PNG Vectors Free Download">
            <a:extLst>
              <a:ext uri="{FF2B5EF4-FFF2-40B4-BE49-F238E27FC236}">
                <a16:creationId xmlns:a16="http://schemas.microsoft.com/office/drawing/2014/main" id="{EDF68AEB-D166-E6A4-C150-7B6D45924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2" y="904476"/>
            <a:ext cx="4064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Overview partners | Security Delta (HSD)">
            <a:extLst>
              <a:ext uri="{FF2B5EF4-FFF2-40B4-BE49-F238E27FC236}">
                <a16:creationId xmlns:a16="http://schemas.microsoft.com/office/drawing/2014/main" id="{CE9735F0-5D7D-5D12-6683-E73A422DF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83" y="4571588"/>
            <a:ext cx="2495715" cy="7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87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A0A81-C9E0-7966-85AE-35287D5E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6507-D262-E958-6523-6D58F59F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Status standaarden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4922AC-7B66-3F69-2BD7-48F166437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52" y="2612355"/>
            <a:ext cx="2967458" cy="3880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noProof="0" dirty="0">
                <a:latin typeface="Fira Sans"/>
              </a:rPr>
              <a:t>NLGov AuthZEN</a:t>
            </a:r>
            <a:endParaRPr lang="nl-NL" dirty="0">
              <a:latin typeface="Fira Sans"/>
            </a:endParaRPr>
          </a:p>
          <a:p>
            <a:pPr marL="457200" indent="-457200">
              <a:buFont typeface="+mj-lt"/>
              <a:buAutoNum type="arabicPeriod"/>
            </a:pPr>
            <a:endParaRPr lang="nl-NL" noProof="0" dirty="0">
              <a:latin typeface="Fira Sans"/>
            </a:endParaRPr>
          </a:p>
          <a:p>
            <a:pPr marL="457200" indent="-457200">
              <a:buFont typeface="+mj-lt"/>
              <a:buAutoNum type="arabicPeriod"/>
            </a:pPr>
            <a:r>
              <a:rPr lang="nl-NL" noProof="0" dirty="0">
                <a:latin typeface="Fira Sans"/>
              </a:rPr>
              <a:t>Logboek</a:t>
            </a:r>
          </a:p>
          <a:p>
            <a:pPr marL="457200" indent="-457200">
              <a:buFont typeface="+mj-lt"/>
              <a:buAutoNum type="arabicPeriod"/>
            </a:pPr>
            <a:endParaRPr lang="nl-NL" dirty="0">
              <a:latin typeface="Fira Sans"/>
            </a:endParaRPr>
          </a:p>
          <a:p>
            <a:pPr marL="457200" indent="-457200">
              <a:buFont typeface="+mj-lt"/>
              <a:buAutoNum type="arabicPeriod"/>
            </a:pPr>
            <a:r>
              <a:rPr lang="nl-NL" dirty="0">
                <a:latin typeface="Fira Sans"/>
              </a:rPr>
              <a:t>Register</a:t>
            </a:r>
          </a:p>
          <a:p>
            <a:pPr marL="0" indent="0">
              <a:buNone/>
            </a:pPr>
            <a:endParaRPr lang="nl-NL" dirty="0">
              <a:latin typeface="Fira Sans"/>
            </a:endParaRPr>
          </a:p>
          <a:p>
            <a:pPr marL="0" indent="0">
              <a:buNone/>
            </a:pPr>
            <a:endParaRPr lang="nl-NL" dirty="0">
              <a:latin typeface="Fira Sans"/>
            </a:endParaRPr>
          </a:p>
          <a:p>
            <a:endParaRPr lang="nl-NL" noProof="0" dirty="0">
              <a:latin typeface="Fira San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FB085E-1F16-941A-4080-EBC59BC8F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8038" y="2689155"/>
            <a:ext cx="258429" cy="2584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00E635B-1B2C-47AF-C9E0-3B6D5E68B3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0733" y="2679508"/>
            <a:ext cx="258429" cy="25842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B86287F-736A-8202-4E95-95DBF0EE2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9240" y="2689155"/>
            <a:ext cx="258429" cy="258429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D2BCB147-9C7A-E009-A826-7C0F11C5DEAD}"/>
              </a:ext>
            </a:extLst>
          </p:cNvPr>
          <p:cNvSpPr/>
          <p:nvPr/>
        </p:nvSpPr>
        <p:spPr>
          <a:xfrm>
            <a:off x="-52169" y="2190926"/>
            <a:ext cx="12081983" cy="1298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D809C39-1A73-F8FD-36C5-4D80A0500DFC}"/>
              </a:ext>
            </a:extLst>
          </p:cNvPr>
          <p:cNvSpPr txBox="1"/>
          <p:nvPr/>
        </p:nvSpPr>
        <p:spPr>
          <a:xfrm>
            <a:off x="3154561" y="1585578"/>
            <a:ext cx="1223241" cy="3693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Opstellen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C5EB999-A98D-674D-D470-F28FB309CD6D}"/>
              </a:ext>
            </a:extLst>
          </p:cNvPr>
          <p:cNvSpPr txBox="1"/>
          <p:nvPr/>
        </p:nvSpPr>
        <p:spPr>
          <a:xfrm>
            <a:off x="4338926" y="1445582"/>
            <a:ext cx="1403679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Interne consultatie</a:t>
            </a:r>
          </a:p>
        </p:txBody>
      </p:sp>
      <p:grpSp>
        <p:nvGrpSpPr>
          <p:cNvPr id="35" name="Groep 34">
            <a:extLst>
              <a:ext uri="{FF2B5EF4-FFF2-40B4-BE49-F238E27FC236}">
                <a16:creationId xmlns:a16="http://schemas.microsoft.com/office/drawing/2014/main" id="{81EB9D34-BC56-416A-515E-3B7309AC7919}"/>
              </a:ext>
            </a:extLst>
          </p:cNvPr>
          <p:cNvGrpSpPr/>
          <p:nvPr/>
        </p:nvGrpSpPr>
        <p:grpSpPr>
          <a:xfrm>
            <a:off x="5019281" y="2045925"/>
            <a:ext cx="6410075" cy="4663281"/>
            <a:chOff x="5019281" y="481548"/>
            <a:chExt cx="6410075" cy="6227659"/>
          </a:xfrm>
        </p:grpSpPr>
        <p:cxnSp>
          <p:nvCxnSpPr>
            <p:cNvPr id="26" name="Rechte verbindingslijn 25">
              <a:extLst>
                <a:ext uri="{FF2B5EF4-FFF2-40B4-BE49-F238E27FC236}">
                  <a16:creationId xmlns:a16="http://schemas.microsoft.com/office/drawing/2014/main" id="{B490C34D-EE77-B370-032C-87B260D7D4A5}"/>
                </a:ext>
              </a:extLst>
            </p:cNvPr>
            <p:cNvCxnSpPr>
              <a:cxnSpLocks/>
            </p:cNvCxnSpPr>
            <p:nvPr/>
          </p:nvCxnSpPr>
          <p:spPr>
            <a:xfrm>
              <a:off x="5019281" y="481548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Rechte verbindingslijn 26">
              <a:extLst>
                <a:ext uri="{FF2B5EF4-FFF2-40B4-BE49-F238E27FC236}">
                  <a16:creationId xmlns:a16="http://schemas.microsoft.com/office/drawing/2014/main" id="{3FA0BE63-77EA-A163-0858-C6A0265CBE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3325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B8438393-5176-3E65-B8F7-F7D8D0E86049}"/>
                </a:ext>
              </a:extLst>
            </p:cNvPr>
            <p:cNvCxnSpPr>
              <a:cxnSpLocks/>
            </p:cNvCxnSpPr>
            <p:nvPr/>
          </p:nvCxnSpPr>
          <p:spPr>
            <a:xfrm>
              <a:off x="8227369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Rechte verbindingslijn 28">
              <a:extLst>
                <a:ext uri="{FF2B5EF4-FFF2-40B4-BE49-F238E27FC236}">
                  <a16:creationId xmlns:a16="http://schemas.microsoft.com/office/drawing/2014/main" id="{93920683-846F-E29D-FB9C-0D61034E20B2}"/>
                </a:ext>
              </a:extLst>
            </p:cNvPr>
            <p:cNvCxnSpPr>
              <a:cxnSpLocks/>
            </p:cNvCxnSpPr>
            <p:nvPr/>
          </p:nvCxnSpPr>
          <p:spPr>
            <a:xfrm>
              <a:off x="9831412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Rechte verbindingslijn 33">
              <a:extLst>
                <a:ext uri="{FF2B5EF4-FFF2-40B4-BE49-F238E27FC236}">
                  <a16:creationId xmlns:a16="http://schemas.microsoft.com/office/drawing/2014/main" id="{47EA5CB9-D95A-E1C6-4292-7BFE8B95B72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356" y="535653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kstvak 24">
            <a:extLst>
              <a:ext uri="{FF2B5EF4-FFF2-40B4-BE49-F238E27FC236}">
                <a16:creationId xmlns:a16="http://schemas.microsoft.com/office/drawing/2014/main" id="{CD5FD391-4A52-FE69-A2CA-E7D30465648B}"/>
              </a:ext>
            </a:extLst>
          </p:cNvPr>
          <p:cNvSpPr txBox="1"/>
          <p:nvPr/>
        </p:nvSpPr>
        <p:spPr>
          <a:xfrm>
            <a:off x="6837031" y="1465711"/>
            <a:ext cx="1403679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Openbare consultatie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69F156AC-57A8-DAEE-4AF3-EC2AE2ED3577}"/>
              </a:ext>
            </a:extLst>
          </p:cNvPr>
          <p:cNvSpPr txBox="1"/>
          <p:nvPr/>
        </p:nvSpPr>
        <p:spPr>
          <a:xfrm>
            <a:off x="5521740" y="1474500"/>
            <a:ext cx="1403679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Beheer</a:t>
            </a:r>
            <a:br>
              <a:rPr lang="nl-NL" dirty="0">
                <a:latin typeface="Fira Sans Light" panose="020B0403050000020004" pitchFamily="34" charset="0"/>
              </a:rPr>
            </a:br>
            <a:r>
              <a:rPr lang="nl-NL" dirty="0">
                <a:latin typeface="Fira Sans Light" panose="020B0403050000020004" pitchFamily="34" charset="0"/>
              </a:rPr>
              <a:t>Logius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FB697B41-4040-A07C-B481-73FAF0B5A6A3}"/>
              </a:ext>
            </a:extLst>
          </p:cNvPr>
          <p:cNvSpPr txBox="1"/>
          <p:nvPr/>
        </p:nvSpPr>
        <p:spPr>
          <a:xfrm>
            <a:off x="8188260" y="1408241"/>
            <a:ext cx="1791751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Forum </a:t>
            </a:r>
          </a:p>
          <a:p>
            <a:pPr algn="ctr"/>
            <a:r>
              <a:rPr lang="nl-NL" dirty="0">
                <a:latin typeface="Fira Sans Light" panose="020B0403050000020004" pitchFamily="34" charset="0"/>
              </a:rPr>
              <a:t>standaardisatie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C2F40CCB-821C-A551-A51A-C95C9281C673}"/>
              </a:ext>
            </a:extLst>
          </p:cNvPr>
          <p:cNvSpPr txBox="1"/>
          <p:nvPr/>
        </p:nvSpPr>
        <p:spPr>
          <a:xfrm>
            <a:off x="10329293" y="1571475"/>
            <a:ext cx="111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Fira Sans Light" panose="020B0403050000020004" pitchFamily="34" charset="0"/>
              </a:rPr>
              <a:t>MIDO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FC18BAB-C2A6-5075-FD32-28342808C1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7529" y="2689155"/>
            <a:ext cx="258429" cy="258429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48E90237-E950-1E1F-8B97-404F97A83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8038" y="3920064"/>
            <a:ext cx="258429" cy="258429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76246AF-40AC-740E-482D-6F6507112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0733" y="3920064"/>
            <a:ext cx="258429" cy="25842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10A21142-42A2-B35F-70DA-C82123E5C0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1191" y="3910417"/>
            <a:ext cx="258429" cy="258429"/>
          </a:xfrm>
          <a:prstGeom prst="rect">
            <a:avLst/>
          </a:prstGeom>
        </p:spPr>
      </p:pic>
      <p:sp>
        <p:nvSpPr>
          <p:cNvPr id="46" name="Afgeronde rechthoek 45">
            <a:extLst>
              <a:ext uri="{FF2B5EF4-FFF2-40B4-BE49-F238E27FC236}">
                <a16:creationId xmlns:a16="http://schemas.microsoft.com/office/drawing/2014/main" id="{52A7E30A-E89E-76DC-0609-ABC358611214}"/>
              </a:ext>
            </a:extLst>
          </p:cNvPr>
          <p:cNvSpPr/>
          <p:nvPr/>
        </p:nvSpPr>
        <p:spPr>
          <a:xfrm>
            <a:off x="7360487" y="3910416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48" name="Afgeronde rechthoek 47">
            <a:extLst>
              <a:ext uri="{FF2B5EF4-FFF2-40B4-BE49-F238E27FC236}">
                <a16:creationId xmlns:a16="http://schemas.microsoft.com/office/drawing/2014/main" id="{46F98577-D070-FA32-3863-D04A96E560E7}"/>
              </a:ext>
            </a:extLst>
          </p:cNvPr>
          <p:cNvSpPr/>
          <p:nvPr/>
        </p:nvSpPr>
        <p:spPr>
          <a:xfrm>
            <a:off x="8835822" y="2736570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49" name="Afgeronde rechthoek 48">
            <a:extLst>
              <a:ext uri="{FF2B5EF4-FFF2-40B4-BE49-F238E27FC236}">
                <a16:creationId xmlns:a16="http://schemas.microsoft.com/office/drawing/2014/main" id="{5FB736C4-7AC6-22C3-09ED-BAFA733198AE}"/>
              </a:ext>
            </a:extLst>
          </p:cNvPr>
          <p:cNvSpPr/>
          <p:nvPr/>
        </p:nvSpPr>
        <p:spPr>
          <a:xfrm>
            <a:off x="10562980" y="2689155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51" name="Afgeronde rechthoek 50">
            <a:extLst>
              <a:ext uri="{FF2B5EF4-FFF2-40B4-BE49-F238E27FC236}">
                <a16:creationId xmlns:a16="http://schemas.microsoft.com/office/drawing/2014/main" id="{EBE54F31-CAC5-029B-C1B5-89D1B960C70C}"/>
              </a:ext>
            </a:extLst>
          </p:cNvPr>
          <p:cNvSpPr/>
          <p:nvPr/>
        </p:nvSpPr>
        <p:spPr>
          <a:xfrm>
            <a:off x="3556700" y="5116411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9222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2F78-262B-8398-85A9-24EB85A9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53DA-E4D1-A545-A75A-F01B45F0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Status </a:t>
            </a:r>
            <a:r>
              <a:rPr lang="nl-NL" noProof="0" dirty="0" err="1">
                <a:latin typeface="Fira Sans SemiBold"/>
              </a:rPr>
              <a:t>OpenFTV</a:t>
            </a:r>
            <a:r>
              <a:rPr lang="nl-NL" noProof="0" dirty="0">
                <a:latin typeface="Fira Sans SemiBold"/>
              </a:rPr>
              <a:t> – MVP eind 2025</a:t>
            </a:r>
            <a:endParaRPr lang="nl-NL" sz="4000" noProof="0" dirty="0">
              <a:latin typeface="Fira Sans SemiBold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97B243F-1F73-F64F-A7BC-344C251EE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5" r="646" b="-2191"/>
          <a:stretch>
            <a:fillRect/>
          </a:stretch>
        </p:blipFill>
        <p:spPr>
          <a:xfrm>
            <a:off x="5208103" y="2192199"/>
            <a:ext cx="6551237" cy="317145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2A299D-B1BF-4DE7-26F6-EEB424DFD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269" b="-2191"/>
          <a:stretch>
            <a:fillRect/>
          </a:stretch>
        </p:blipFill>
        <p:spPr>
          <a:xfrm>
            <a:off x="339895" y="2195673"/>
            <a:ext cx="4775444" cy="3171458"/>
          </a:xfrm>
          <a:prstGeom prst="rect">
            <a:avLst/>
          </a:prstGeom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58B9BB50-5021-7C66-A433-BA689B101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59" y="1684062"/>
            <a:ext cx="11326681" cy="359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fgeronde rechthoek 19">
            <a:extLst>
              <a:ext uri="{FF2B5EF4-FFF2-40B4-BE49-F238E27FC236}">
                <a16:creationId xmlns:a16="http://schemas.microsoft.com/office/drawing/2014/main" id="{940EF720-5904-A648-3F6F-48A7A56EDE1B}"/>
              </a:ext>
            </a:extLst>
          </p:cNvPr>
          <p:cNvSpPr/>
          <p:nvPr/>
        </p:nvSpPr>
        <p:spPr>
          <a:xfrm>
            <a:off x="5617029" y="2743200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Afgeronde rechthoek 23">
            <a:extLst>
              <a:ext uri="{FF2B5EF4-FFF2-40B4-BE49-F238E27FC236}">
                <a16:creationId xmlns:a16="http://schemas.microsoft.com/office/drawing/2014/main" id="{14916162-1C70-C746-0072-663A47B8DE58}"/>
              </a:ext>
            </a:extLst>
          </p:cNvPr>
          <p:cNvSpPr/>
          <p:nvPr/>
        </p:nvSpPr>
        <p:spPr>
          <a:xfrm>
            <a:off x="7975721" y="2717800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Afgeronde rechthoek 35">
            <a:extLst>
              <a:ext uri="{FF2B5EF4-FFF2-40B4-BE49-F238E27FC236}">
                <a16:creationId xmlns:a16="http://schemas.microsoft.com/office/drawing/2014/main" id="{F9B24167-00F3-4402-5E8A-BC822A61A71F}"/>
              </a:ext>
            </a:extLst>
          </p:cNvPr>
          <p:cNvSpPr/>
          <p:nvPr/>
        </p:nvSpPr>
        <p:spPr>
          <a:xfrm>
            <a:off x="7975721" y="3806956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Afgeronde rechthoek 36">
            <a:extLst>
              <a:ext uri="{FF2B5EF4-FFF2-40B4-BE49-F238E27FC236}">
                <a16:creationId xmlns:a16="http://schemas.microsoft.com/office/drawing/2014/main" id="{55853026-1DE4-5CAA-0203-62E779C8E2F7}"/>
              </a:ext>
            </a:extLst>
          </p:cNvPr>
          <p:cNvSpPr/>
          <p:nvPr/>
        </p:nvSpPr>
        <p:spPr>
          <a:xfrm>
            <a:off x="10109200" y="2717799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340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380C-7640-5498-1DA5-0F404F22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64C8-BB07-6E7D-3864-E35774B4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Status pilots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CBF5B-B93F-D2B6-FDF1-0FA329DDA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342" y="1414916"/>
            <a:ext cx="8958944" cy="35489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nl-NL" sz="2400" dirty="0">
                <a:latin typeface="Fira Sans"/>
              </a:rPr>
              <a:t>Karig!</a:t>
            </a:r>
          </a:p>
          <a:p>
            <a:r>
              <a:rPr lang="nl-NL" sz="2400" dirty="0">
                <a:latin typeface="Fira Sans"/>
              </a:rPr>
              <a:t>Gemeente Rotterdam – eerst IAM op orde</a:t>
            </a:r>
          </a:p>
          <a:p>
            <a:r>
              <a:rPr lang="nl-NL" sz="2400" dirty="0">
                <a:latin typeface="Fira Sans"/>
              </a:rPr>
              <a:t>UWV – ook hier loopt IAM achter</a:t>
            </a:r>
          </a:p>
          <a:p>
            <a:r>
              <a:rPr lang="nl-NL" sz="2400" dirty="0">
                <a:latin typeface="Fira Sans"/>
              </a:rPr>
              <a:t>Gemeente Utrecht – klein succes op </a:t>
            </a:r>
            <a:r>
              <a:rPr lang="nl-NL" sz="2400" dirty="0" err="1">
                <a:latin typeface="Fira Sans"/>
              </a:rPr>
              <a:t>fieldlab</a:t>
            </a:r>
            <a:r>
              <a:rPr lang="nl-NL" sz="2400" dirty="0">
                <a:latin typeface="Fira Sans"/>
              </a:rPr>
              <a:t> december 2025</a:t>
            </a:r>
          </a:p>
          <a:p>
            <a:pPr marL="0" indent="0">
              <a:buNone/>
            </a:pPr>
            <a:r>
              <a:rPr lang="nl-NL" sz="2400" dirty="0">
                <a:latin typeface="Fira Sans"/>
              </a:rPr>
              <a:t>Oorzaken:</a:t>
            </a:r>
          </a:p>
          <a:p>
            <a:r>
              <a:rPr lang="nl-NL" sz="2400" dirty="0">
                <a:latin typeface="Fira Sans"/>
              </a:rPr>
              <a:t>Techniek is niet het probleem – maar zonder duidelijk toegangsbeleid en goed beheer lost techniek niets op</a:t>
            </a:r>
          </a:p>
          <a:p>
            <a:r>
              <a:rPr lang="nl-NL" sz="2400" dirty="0">
                <a:latin typeface="Fira Sans"/>
              </a:rPr>
              <a:t>Het resultaat van betere toegang is nauwelijks voelbaar – het uitblijven van missers is niet meetbaar</a:t>
            </a:r>
          </a:p>
        </p:txBody>
      </p:sp>
    </p:spTree>
    <p:extLst>
      <p:ext uri="{BB962C8B-B14F-4D97-AF65-F5344CB8AC3E}">
        <p14:creationId xmlns:p14="http://schemas.microsoft.com/office/powerpoint/2010/main" val="251805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915F7-8564-D5BD-09BB-A76CE6F56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1EC2D11-984E-50DE-7A23-18203593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Fira Sans SemiBold"/>
              </a:rPr>
              <a:t>Roadmap</a:t>
            </a:r>
            <a:r>
              <a:rPr lang="nl-NL" dirty="0">
                <a:latin typeface="Fira Sans SemiBold"/>
              </a:rPr>
              <a:t> 2026</a:t>
            </a:r>
            <a:endParaRPr lang="nl-NL" noProof="0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FFB00C2-26E6-29C7-AEB2-5EAE17AD9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6374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8EF1-4FD5-A836-6513-DA3431FD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25C2-4027-7F46-8696-DA8840D6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Doelstelling standaarden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81AF059-475D-426A-E792-51A67201D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52" y="2612355"/>
            <a:ext cx="2967458" cy="388052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noProof="0" dirty="0">
                <a:latin typeface="Fira Sans"/>
              </a:rPr>
              <a:t>NLGov AuthZEN</a:t>
            </a:r>
            <a:endParaRPr lang="nl-NL" dirty="0">
              <a:latin typeface="Fira Sans"/>
            </a:endParaRPr>
          </a:p>
          <a:p>
            <a:pPr marL="457200" indent="-457200">
              <a:buFont typeface="+mj-lt"/>
              <a:buAutoNum type="arabicPeriod"/>
            </a:pPr>
            <a:endParaRPr lang="nl-NL" noProof="0" dirty="0">
              <a:latin typeface="Fira Sans"/>
            </a:endParaRPr>
          </a:p>
          <a:p>
            <a:pPr marL="457200" indent="-457200">
              <a:buFont typeface="+mj-lt"/>
              <a:buAutoNum type="arabicPeriod"/>
            </a:pPr>
            <a:r>
              <a:rPr lang="nl-NL" noProof="0" dirty="0">
                <a:latin typeface="Fira Sans"/>
              </a:rPr>
              <a:t>Logboek</a:t>
            </a:r>
          </a:p>
          <a:p>
            <a:pPr marL="457200" indent="-457200">
              <a:buFont typeface="+mj-lt"/>
              <a:buAutoNum type="arabicPeriod"/>
            </a:pPr>
            <a:endParaRPr lang="nl-NL" dirty="0">
              <a:latin typeface="Fira Sans"/>
            </a:endParaRPr>
          </a:p>
          <a:p>
            <a:pPr marL="457200" indent="-457200">
              <a:buFont typeface="+mj-lt"/>
              <a:buAutoNum type="arabicPeriod"/>
            </a:pPr>
            <a:r>
              <a:rPr lang="nl-NL" dirty="0">
                <a:latin typeface="Fira Sans"/>
              </a:rPr>
              <a:t>Register</a:t>
            </a:r>
          </a:p>
          <a:p>
            <a:pPr marL="457200" indent="-457200">
              <a:buFont typeface="+mj-lt"/>
              <a:buAutoNum type="arabicPeriod"/>
            </a:pPr>
            <a:endParaRPr lang="nl-NL" dirty="0">
              <a:latin typeface="Fira Sans"/>
            </a:endParaRPr>
          </a:p>
          <a:p>
            <a:pPr marL="457200" indent="-457200">
              <a:buFont typeface="+mj-lt"/>
              <a:buAutoNum type="arabicPeriod"/>
            </a:pPr>
            <a:r>
              <a:rPr lang="nl-NL" dirty="0">
                <a:latin typeface="Fira Sans"/>
              </a:rPr>
              <a:t>CEN/CENELEC JTC 25</a:t>
            </a:r>
          </a:p>
          <a:p>
            <a:pPr marL="0" indent="0">
              <a:buNone/>
            </a:pPr>
            <a:endParaRPr lang="nl-NL" dirty="0">
              <a:latin typeface="Fira Sans"/>
            </a:endParaRPr>
          </a:p>
          <a:p>
            <a:pPr marL="0" indent="0">
              <a:buNone/>
            </a:pPr>
            <a:endParaRPr lang="nl-NL" dirty="0">
              <a:latin typeface="Fira Sans"/>
            </a:endParaRPr>
          </a:p>
          <a:p>
            <a:endParaRPr lang="nl-NL" noProof="0" dirty="0">
              <a:latin typeface="Fira San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7CD650-7580-9602-4C7E-618777F31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8038" y="2689155"/>
            <a:ext cx="258429" cy="2584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86A390A-F801-DBF2-6F2B-EF04485BB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0733" y="2679508"/>
            <a:ext cx="258429" cy="25842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53443F4-FDAA-66C4-D045-E8F3EEAC2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9240" y="2689155"/>
            <a:ext cx="258429" cy="258429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97605317-81B3-CA0D-B468-B90A959986B9}"/>
              </a:ext>
            </a:extLst>
          </p:cNvPr>
          <p:cNvSpPr/>
          <p:nvPr/>
        </p:nvSpPr>
        <p:spPr>
          <a:xfrm>
            <a:off x="40595" y="2190926"/>
            <a:ext cx="12081983" cy="1298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8528818-570E-B55B-FDDA-C596772505B6}"/>
              </a:ext>
            </a:extLst>
          </p:cNvPr>
          <p:cNvSpPr txBox="1"/>
          <p:nvPr/>
        </p:nvSpPr>
        <p:spPr>
          <a:xfrm>
            <a:off x="3154561" y="1585578"/>
            <a:ext cx="1223241" cy="3693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Opstellen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5C9A7583-C9A0-E6FA-9711-67B884241A65}"/>
              </a:ext>
            </a:extLst>
          </p:cNvPr>
          <p:cNvSpPr txBox="1"/>
          <p:nvPr/>
        </p:nvSpPr>
        <p:spPr>
          <a:xfrm>
            <a:off x="4338926" y="1445582"/>
            <a:ext cx="1403679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Interne consultatie</a:t>
            </a:r>
          </a:p>
        </p:txBody>
      </p:sp>
      <p:grpSp>
        <p:nvGrpSpPr>
          <p:cNvPr id="35" name="Groep 34">
            <a:extLst>
              <a:ext uri="{FF2B5EF4-FFF2-40B4-BE49-F238E27FC236}">
                <a16:creationId xmlns:a16="http://schemas.microsoft.com/office/drawing/2014/main" id="{0ACBDCC1-2657-788C-3C0E-6ED693C597AC}"/>
              </a:ext>
            </a:extLst>
          </p:cNvPr>
          <p:cNvGrpSpPr/>
          <p:nvPr/>
        </p:nvGrpSpPr>
        <p:grpSpPr>
          <a:xfrm>
            <a:off x="5019281" y="2045925"/>
            <a:ext cx="6410075" cy="4663281"/>
            <a:chOff x="5019281" y="481548"/>
            <a:chExt cx="6410075" cy="6227659"/>
          </a:xfrm>
        </p:grpSpPr>
        <p:cxnSp>
          <p:nvCxnSpPr>
            <p:cNvPr id="26" name="Rechte verbindingslijn 25">
              <a:extLst>
                <a:ext uri="{FF2B5EF4-FFF2-40B4-BE49-F238E27FC236}">
                  <a16:creationId xmlns:a16="http://schemas.microsoft.com/office/drawing/2014/main" id="{03B3855A-AC45-3DF8-3540-879F12168ECF}"/>
                </a:ext>
              </a:extLst>
            </p:cNvPr>
            <p:cNvCxnSpPr>
              <a:cxnSpLocks/>
            </p:cNvCxnSpPr>
            <p:nvPr/>
          </p:nvCxnSpPr>
          <p:spPr>
            <a:xfrm>
              <a:off x="5019281" y="481548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Rechte verbindingslijn 26">
              <a:extLst>
                <a:ext uri="{FF2B5EF4-FFF2-40B4-BE49-F238E27FC236}">
                  <a16:creationId xmlns:a16="http://schemas.microsoft.com/office/drawing/2014/main" id="{3647744B-3D2F-BDEF-49D1-16ABA10F1E82}"/>
                </a:ext>
              </a:extLst>
            </p:cNvPr>
            <p:cNvCxnSpPr>
              <a:cxnSpLocks/>
            </p:cNvCxnSpPr>
            <p:nvPr/>
          </p:nvCxnSpPr>
          <p:spPr>
            <a:xfrm>
              <a:off x="6623325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5BB9030C-805A-2C50-C2E4-868E50F61BCE}"/>
                </a:ext>
              </a:extLst>
            </p:cNvPr>
            <p:cNvCxnSpPr>
              <a:cxnSpLocks/>
            </p:cNvCxnSpPr>
            <p:nvPr/>
          </p:nvCxnSpPr>
          <p:spPr>
            <a:xfrm>
              <a:off x="8227369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Rechte verbindingslijn 28">
              <a:extLst>
                <a:ext uri="{FF2B5EF4-FFF2-40B4-BE49-F238E27FC236}">
                  <a16:creationId xmlns:a16="http://schemas.microsoft.com/office/drawing/2014/main" id="{414A6666-595A-09C4-A11F-B3E90C687D72}"/>
                </a:ext>
              </a:extLst>
            </p:cNvPr>
            <p:cNvCxnSpPr>
              <a:cxnSpLocks/>
            </p:cNvCxnSpPr>
            <p:nvPr/>
          </p:nvCxnSpPr>
          <p:spPr>
            <a:xfrm>
              <a:off x="9831412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Rechte verbindingslijn 33">
              <a:extLst>
                <a:ext uri="{FF2B5EF4-FFF2-40B4-BE49-F238E27FC236}">
                  <a16:creationId xmlns:a16="http://schemas.microsoft.com/office/drawing/2014/main" id="{EDC4CC0E-DE36-48F7-CADF-948D7564FDA2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356" y="535653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kstvak 24">
            <a:extLst>
              <a:ext uri="{FF2B5EF4-FFF2-40B4-BE49-F238E27FC236}">
                <a16:creationId xmlns:a16="http://schemas.microsoft.com/office/drawing/2014/main" id="{AD8431B5-679C-2A2D-A4D0-3625360B1F73}"/>
              </a:ext>
            </a:extLst>
          </p:cNvPr>
          <p:cNvSpPr txBox="1"/>
          <p:nvPr/>
        </p:nvSpPr>
        <p:spPr>
          <a:xfrm>
            <a:off x="6837031" y="1465711"/>
            <a:ext cx="1403679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Openbare consultatie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2E11BA43-F33A-CD6E-946D-A6F74D89D74F}"/>
              </a:ext>
            </a:extLst>
          </p:cNvPr>
          <p:cNvSpPr txBox="1"/>
          <p:nvPr/>
        </p:nvSpPr>
        <p:spPr>
          <a:xfrm>
            <a:off x="5521740" y="1474500"/>
            <a:ext cx="1403679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Beheer</a:t>
            </a:r>
            <a:br>
              <a:rPr lang="nl-NL" dirty="0">
                <a:latin typeface="Fira Sans Light" panose="020B0403050000020004" pitchFamily="34" charset="0"/>
              </a:rPr>
            </a:br>
            <a:r>
              <a:rPr lang="nl-NL" dirty="0">
                <a:latin typeface="Fira Sans Light" panose="020B0403050000020004" pitchFamily="34" charset="0"/>
              </a:rPr>
              <a:t>Logius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3BAD837E-10D9-14C4-0B1D-BA5DB5268464}"/>
              </a:ext>
            </a:extLst>
          </p:cNvPr>
          <p:cNvSpPr txBox="1"/>
          <p:nvPr/>
        </p:nvSpPr>
        <p:spPr>
          <a:xfrm>
            <a:off x="8559321" y="1474501"/>
            <a:ext cx="1791751" cy="64633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nl-NL" dirty="0">
                <a:latin typeface="Fira Sans Light" panose="020B0403050000020004" pitchFamily="34" charset="0"/>
              </a:rPr>
              <a:t>Forum </a:t>
            </a:r>
          </a:p>
          <a:p>
            <a:pPr algn="ctr"/>
            <a:r>
              <a:rPr lang="nl-NL" dirty="0">
                <a:latin typeface="Fira Sans Light" panose="020B0403050000020004" pitchFamily="34" charset="0"/>
              </a:rPr>
              <a:t>standaardisatie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CD89544B-767E-F8BE-3577-52D691A847B6}"/>
              </a:ext>
            </a:extLst>
          </p:cNvPr>
          <p:cNvSpPr txBox="1"/>
          <p:nvPr/>
        </p:nvSpPr>
        <p:spPr>
          <a:xfrm>
            <a:off x="10567831" y="1571475"/>
            <a:ext cx="111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Fira Sans Light" panose="020B0403050000020004" pitchFamily="34" charset="0"/>
              </a:rPr>
              <a:t>MIDO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C86B71E-1505-1F6F-00F4-02D1C31D2E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7529" y="2689155"/>
            <a:ext cx="258429" cy="258429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D31E4FC8-6AA8-071F-308E-A5A3BBCDC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8038" y="3920064"/>
            <a:ext cx="258429" cy="258429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C671494-2487-BA10-73AF-BD6B28178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0733" y="3920064"/>
            <a:ext cx="258429" cy="25842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A37F354A-D737-E9FC-E61D-BB187BB8D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1191" y="3910417"/>
            <a:ext cx="258429" cy="258429"/>
          </a:xfrm>
          <a:prstGeom prst="rect">
            <a:avLst/>
          </a:prstGeom>
        </p:spPr>
      </p:pic>
      <p:sp>
        <p:nvSpPr>
          <p:cNvPr id="46" name="Afgeronde rechthoek 45">
            <a:extLst>
              <a:ext uri="{FF2B5EF4-FFF2-40B4-BE49-F238E27FC236}">
                <a16:creationId xmlns:a16="http://schemas.microsoft.com/office/drawing/2014/main" id="{FEB3318B-4C02-93B5-D7ED-08FE1249D424}"/>
              </a:ext>
            </a:extLst>
          </p:cNvPr>
          <p:cNvSpPr/>
          <p:nvPr/>
        </p:nvSpPr>
        <p:spPr>
          <a:xfrm>
            <a:off x="7360487" y="3910416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48" name="Afgeronde rechthoek 47">
            <a:extLst>
              <a:ext uri="{FF2B5EF4-FFF2-40B4-BE49-F238E27FC236}">
                <a16:creationId xmlns:a16="http://schemas.microsoft.com/office/drawing/2014/main" id="{B33CCF05-0426-B1CB-168C-7BAD811F6681}"/>
              </a:ext>
            </a:extLst>
          </p:cNvPr>
          <p:cNvSpPr/>
          <p:nvPr/>
        </p:nvSpPr>
        <p:spPr>
          <a:xfrm>
            <a:off x="9113949" y="2695404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49" name="Afgeronde rechthoek 48">
            <a:extLst>
              <a:ext uri="{FF2B5EF4-FFF2-40B4-BE49-F238E27FC236}">
                <a16:creationId xmlns:a16="http://schemas.microsoft.com/office/drawing/2014/main" id="{BF31399A-DB5D-6CD8-6C21-BED597F00128}"/>
              </a:ext>
            </a:extLst>
          </p:cNvPr>
          <p:cNvSpPr/>
          <p:nvPr/>
        </p:nvSpPr>
        <p:spPr>
          <a:xfrm>
            <a:off x="10782934" y="2681012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51" name="Afgeronde rechthoek 50">
            <a:extLst>
              <a:ext uri="{FF2B5EF4-FFF2-40B4-BE49-F238E27FC236}">
                <a16:creationId xmlns:a16="http://schemas.microsoft.com/office/drawing/2014/main" id="{EEA19127-FD3C-3675-ED48-490424F35551}"/>
              </a:ext>
            </a:extLst>
          </p:cNvPr>
          <p:cNvSpPr/>
          <p:nvPr/>
        </p:nvSpPr>
        <p:spPr>
          <a:xfrm>
            <a:off x="3556700" y="5116411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6B07913-ED14-2A44-AF50-C5867A2CB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6687" y="2700074"/>
            <a:ext cx="258429" cy="25842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77D2CB3-3DBB-E025-77F3-4AFA2F69A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7739" y="2683149"/>
            <a:ext cx="258429" cy="25842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AAFB430-8827-7827-E45E-46C3F981F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0488" y="3910415"/>
            <a:ext cx="258429" cy="25842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41DFDEA-8B85-5356-725C-7FBCDBF3AB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8859" y="3909187"/>
            <a:ext cx="258429" cy="25842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AAD155E-F41D-9DAD-C9DA-A104185E5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0482" y="3909187"/>
            <a:ext cx="258429" cy="258429"/>
          </a:xfrm>
          <a:prstGeom prst="rect">
            <a:avLst/>
          </a:prstGeom>
        </p:spPr>
      </p:pic>
      <p:sp>
        <p:nvSpPr>
          <p:cNvPr id="15" name="Afgeronde rechthoek 14">
            <a:extLst>
              <a:ext uri="{FF2B5EF4-FFF2-40B4-BE49-F238E27FC236}">
                <a16:creationId xmlns:a16="http://schemas.microsoft.com/office/drawing/2014/main" id="{2D878950-7064-4DCA-ACB7-AB5D13117C57}"/>
              </a:ext>
            </a:extLst>
          </p:cNvPr>
          <p:cNvSpPr/>
          <p:nvPr/>
        </p:nvSpPr>
        <p:spPr>
          <a:xfrm>
            <a:off x="9025253" y="5073267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sp>
        <p:nvSpPr>
          <p:cNvPr id="16" name="Afgeronde rechthoek 15">
            <a:extLst>
              <a:ext uri="{FF2B5EF4-FFF2-40B4-BE49-F238E27FC236}">
                <a16:creationId xmlns:a16="http://schemas.microsoft.com/office/drawing/2014/main" id="{0D2BAABE-BE0A-70DD-9A7D-2B5AEED98E63}"/>
              </a:ext>
            </a:extLst>
          </p:cNvPr>
          <p:cNvSpPr/>
          <p:nvPr/>
        </p:nvSpPr>
        <p:spPr>
          <a:xfrm>
            <a:off x="10713356" y="5066708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2988247-849A-D767-8127-BE3A514BD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7371" y="5106762"/>
            <a:ext cx="258429" cy="25842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ACA4304-31A8-109B-174F-08C93660A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0066" y="5106762"/>
            <a:ext cx="258429" cy="258429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E9C822F-5B69-B29F-47CB-3C2E8AE2B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0524" y="5097115"/>
            <a:ext cx="258429" cy="258429"/>
          </a:xfrm>
          <a:prstGeom prst="rect">
            <a:avLst/>
          </a:prstGeom>
        </p:spPr>
      </p:pic>
      <p:sp>
        <p:nvSpPr>
          <p:cNvPr id="20" name="Afgeronde rechthoek 19">
            <a:extLst>
              <a:ext uri="{FF2B5EF4-FFF2-40B4-BE49-F238E27FC236}">
                <a16:creationId xmlns:a16="http://schemas.microsoft.com/office/drawing/2014/main" id="{288F0EA6-F5C0-A5CF-BF22-1E14C4C5C4D1}"/>
              </a:ext>
            </a:extLst>
          </p:cNvPr>
          <p:cNvSpPr/>
          <p:nvPr/>
        </p:nvSpPr>
        <p:spPr>
          <a:xfrm>
            <a:off x="7339820" y="5097114"/>
            <a:ext cx="258430" cy="2584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-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81EC1DE-4562-F9F4-EF58-7DD88BE94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821" y="5097113"/>
            <a:ext cx="258429" cy="258429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B329470-9234-A100-134C-0AF7BBD19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198" y="6136937"/>
            <a:ext cx="258429" cy="25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1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B764-1009-E770-7736-ABA00BE0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F3B4-4C6A-9F83-7E31-373284903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Doelstelling </a:t>
            </a:r>
            <a:r>
              <a:rPr lang="nl-NL" noProof="0" dirty="0" err="1">
                <a:latin typeface="Fira Sans SemiBold"/>
              </a:rPr>
              <a:t>OpenFTV</a:t>
            </a:r>
            <a:endParaRPr lang="nl-NL" sz="4000" noProof="0" dirty="0">
              <a:latin typeface="Fira Sans SemiBold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863481E-BF6E-4485-64C5-7F6B060EE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5" r="646" b="-2191"/>
          <a:stretch>
            <a:fillRect/>
          </a:stretch>
        </p:blipFill>
        <p:spPr>
          <a:xfrm>
            <a:off x="5208103" y="2192199"/>
            <a:ext cx="6551237" cy="317145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6763122-3304-A34A-EE67-505AD2205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269" b="-2191"/>
          <a:stretch>
            <a:fillRect/>
          </a:stretch>
        </p:blipFill>
        <p:spPr>
          <a:xfrm>
            <a:off x="339895" y="2195673"/>
            <a:ext cx="4775444" cy="3171458"/>
          </a:xfrm>
          <a:prstGeom prst="rect">
            <a:avLst/>
          </a:prstGeom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B168C479-D5B7-2449-5C69-B3855E5BF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59" y="1684062"/>
            <a:ext cx="11326681" cy="359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fgeronde rechthoek 19">
            <a:extLst>
              <a:ext uri="{FF2B5EF4-FFF2-40B4-BE49-F238E27FC236}">
                <a16:creationId xmlns:a16="http://schemas.microsoft.com/office/drawing/2014/main" id="{C9C4E61D-D8B3-B67B-2907-627F4BC31111}"/>
              </a:ext>
            </a:extLst>
          </p:cNvPr>
          <p:cNvSpPr/>
          <p:nvPr/>
        </p:nvSpPr>
        <p:spPr>
          <a:xfrm>
            <a:off x="5617029" y="2743200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Afgeronde rechthoek 23">
            <a:extLst>
              <a:ext uri="{FF2B5EF4-FFF2-40B4-BE49-F238E27FC236}">
                <a16:creationId xmlns:a16="http://schemas.microsoft.com/office/drawing/2014/main" id="{FA183DF1-9985-E4F9-D9C1-980CB378E290}"/>
              </a:ext>
            </a:extLst>
          </p:cNvPr>
          <p:cNvSpPr/>
          <p:nvPr/>
        </p:nvSpPr>
        <p:spPr>
          <a:xfrm>
            <a:off x="7975721" y="2717800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Afgeronde rechthoek 35">
            <a:extLst>
              <a:ext uri="{FF2B5EF4-FFF2-40B4-BE49-F238E27FC236}">
                <a16:creationId xmlns:a16="http://schemas.microsoft.com/office/drawing/2014/main" id="{101A0533-F6EB-5E4D-10D4-E271F3E2EC01}"/>
              </a:ext>
            </a:extLst>
          </p:cNvPr>
          <p:cNvSpPr/>
          <p:nvPr/>
        </p:nvSpPr>
        <p:spPr>
          <a:xfrm>
            <a:off x="7975721" y="3806956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Afgeronde rechthoek 36">
            <a:extLst>
              <a:ext uri="{FF2B5EF4-FFF2-40B4-BE49-F238E27FC236}">
                <a16:creationId xmlns:a16="http://schemas.microsoft.com/office/drawing/2014/main" id="{6BE2CAF3-C8C7-D800-A71C-8F5A9D2C23A8}"/>
              </a:ext>
            </a:extLst>
          </p:cNvPr>
          <p:cNvSpPr/>
          <p:nvPr/>
        </p:nvSpPr>
        <p:spPr>
          <a:xfrm>
            <a:off x="10109200" y="2717799"/>
            <a:ext cx="1016000" cy="957943"/>
          </a:xfrm>
          <a:prstGeom prst="roundRect">
            <a:avLst/>
          </a:prstGeom>
          <a:solidFill>
            <a:srgbClr val="929292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3AB3CAB-6FF6-DC23-D9F6-AB35E2A24C0A}"/>
              </a:ext>
            </a:extLst>
          </p:cNvPr>
          <p:cNvSpPr txBox="1">
            <a:spLocks/>
          </p:cNvSpPr>
          <p:nvPr/>
        </p:nvSpPr>
        <p:spPr>
          <a:xfrm>
            <a:off x="1881809" y="5489830"/>
            <a:ext cx="81235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/>
                </a:solidFill>
                <a:latin typeface="Fira Sans SemiBold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nl-NL" sz="3600" dirty="0">
                <a:latin typeface="Fira Sans SemiBold"/>
              </a:rPr>
              <a:t>Maar: productiewaardig, en in beheer</a:t>
            </a:r>
          </a:p>
        </p:txBody>
      </p:sp>
    </p:spTree>
    <p:extLst>
      <p:ext uri="{BB962C8B-B14F-4D97-AF65-F5344CB8AC3E}">
        <p14:creationId xmlns:p14="http://schemas.microsoft.com/office/powerpoint/2010/main" val="200956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185E-6538-A6EE-FE6D-4C167B49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4A10-9F8F-3110-7860-7225B858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Vooruitzichten pilots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B1E8E-DEF4-F068-FAA5-379C3A404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342" y="1414916"/>
            <a:ext cx="8958944" cy="35489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 sz="2400" dirty="0">
                <a:latin typeface="Fira Sans"/>
              </a:rPr>
              <a:t>G4 Common </a:t>
            </a:r>
            <a:r>
              <a:rPr lang="nl-NL" sz="2400" dirty="0" err="1">
                <a:latin typeface="Fira Sans"/>
              </a:rPr>
              <a:t>Ground</a:t>
            </a:r>
            <a:r>
              <a:rPr lang="nl-NL" sz="2400" dirty="0">
                <a:latin typeface="Fira Sans"/>
              </a:rPr>
              <a:t> </a:t>
            </a:r>
          </a:p>
          <a:p>
            <a:pPr lvl="1"/>
            <a:r>
              <a:rPr lang="nl-NL" sz="2400" dirty="0" err="1">
                <a:latin typeface="Fira Sans"/>
              </a:rPr>
              <a:t>OpenFTV</a:t>
            </a:r>
            <a:r>
              <a:rPr lang="nl-NL" sz="2400" dirty="0">
                <a:latin typeface="Fira Sans"/>
              </a:rPr>
              <a:t> als component </a:t>
            </a:r>
            <a:r>
              <a:rPr lang="nl-NL" sz="2400" dirty="0" err="1">
                <a:latin typeface="Fira Sans"/>
              </a:rPr>
              <a:t>basisset</a:t>
            </a:r>
            <a:r>
              <a:rPr lang="nl-NL" sz="2400" dirty="0">
                <a:latin typeface="Fira Sans"/>
              </a:rPr>
              <a:t> Common </a:t>
            </a:r>
            <a:r>
              <a:rPr lang="nl-NL" sz="2400" dirty="0" err="1">
                <a:latin typeface="Fira Sans"/>
              </a:rPr>
              <a:t>Ground</a:t>
            </a:r>
            <a:endParaRPr lang="nl-NL" sz="2400" dirty="0">
              <a:latin typeface="Fira Sans"/>
            </a:endParaRPr>
          </a:p>
          <a:p>
            <a:pPr lvl="1"/>
            <a:r>
              <a:rPr lang="nl-NL" sz="2400" dirty="0">
                <a:latin typeface="Fira Sans"/>
              </a:rPr>
              <a:t>In productie voor gemeente Utrecht</a:t>
            </a:r>
          </a:p>
          <a:p>
            <a:r>
              <a:rPr lang="nl-NL" sz="2400" dirty="0" err="1">
                <a:latin typeface="Fira Sans"/>
              </a:rPr>
              <a:t>JenV</a:t>
            </a:r>
            <a:endParaRPr lang="nl-NL" sz="2400" dirty="0">
              <a:latin typeface="Fira Sans"/>
            </a:endParaRPr>
          </a:p>
          <a:p>
            <a:pPr lvl="1"/>
            <a:r>
              <a:rPr lang="nl-NL" sz="2400" dirty="0" err="1"/>
              <a:t>PoC</a:t>
            </a:r>
            <a:r>
              <a:rPr lang="nl-NL" sz="2400" dirty="0"/>
              <a:t> ‘Flexibele Digitale Uitwisseling’</a:t>
            </a:r>
          </a:p>
          <a:p>
            <a:r>
              <a:rPr lang="nl-NL" sz="2400" dirty="0"/>
              <a:t>UWV</a:t>
            </a:r>
          </a:p>
          <a:p>
            <a:pPr lvl="1"/>
            <a:r>
              <a:rPr lang="nl-NL" sz="2400" dirty="0"/>
              <a:t>Herstart nu IAM verder is</a:t>
            </a:r>
          </a:p>
          <a:p>
            <a:pPr lvl="1"/>
            <a:endParaRPr lang="nl-NL" sz="2400" dirty="0">
              <a:latin typeface="Fira Sans"/>
            </a:endParaRPr>
          </a:p>
          <a:p>
            <a:pPr lvl="1"/>
            <a:endParaRPr lang="nl-NL" sz="2400" dirty="0"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5740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0BB9A72-372B-ECB3-A76E-6134E88EA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4050506"/>
            <a:ext cx="10053183" cy="2183380"/>
          </a:xfrm>
        </p:spPr>
        <p:txBody>
          <a:bodyPr>
            <a:normAutofit fontScale="92500" lnSpcReduction="10000"/>
          </a:bodyPr>
          <a:lstStyle/>
          <a:p>
            <a:r>
              <a:rPr lang="nl-NL" sz="2400" noProof="0" dirty="0">
                <a:latin typeface="Fira Sans Medium" panose="020B0503050000020004" pitchFamily="34" charset="0"/>
              </a:rPr>
              <a:t>Marc de Boer</a:t>
            </a:r>
            <a:br>
              <a:rPr lang="nl-NL" sz="2400" noProof="0" dirty="0">
                <a:latin typeface="Fira Sans Medium" panose="020B0503050000020004" pitchFamily="34" charset="0"/>
              </a:rPr>
            </a:br>
            <a:r>
              <a:rPr lang="nl-NL" noProof="0" dirty="0">
                <a:latin typeface="Fira Sans Medium" panose="020B0503050000020004" pitchFamily="34" charset="0"/>
              </a:rPr>
              <a:t>Product </a:t>
            </a:r>
            <a:r>
              <a:rPr lang="nl-NL" noProof="0" dirty="0" err="1">
                <a:latin typeface="Fira Sans Medium" panose="020B0503050000020004" pitchFamily="34" charset="0"/>
              </a:rPr>
              <a:t>owner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marc.deboer@</a:t>
            </a:r>
            <a:r>
              <a:rPr lang="nl-NL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ictu</a:t>
            </a:r>
            <a:r>
              <a:rPr lang="nl-NL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.nl</a:t>
            </a:r>
            <a:r>
              <a:rPr lang="nl-NL" noProof="0" dirty="0"/>
              <a:t> </a:t>
            </a:r>
          </a:p>
          <a:p>
            <a:r>
              <a:rPr lang="nl-NL" noProof="0" dirty="0"/>
              <a:t>     </a:t>
            </a:r>
            <a:r>
              <a:rPr lang="nl-NL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vng-realisatie.github.io/ftv/</a:t>
            </a:r>
            <a:endParaRPr lang="nl-NL" noProof="0" dirty="0"/>
          </a:p>
          <a:p>
            <a:r>
              <a:rPr lang="nl-NL" noProof="0" dirty="0"/>
              <a:t>     </a:t>
            </a:r>
            <a:r>
              <a:rPr lang="nl-NL" noProof="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https://github.com/VNG-Realisatie/ftv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https://digilab.overheid.nl/chat/digilab/channels/federatieve-toegangsverlening</a:t>
            </a:r>
            <a:endParaRPr lang="nl-NL" noProof="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3FCCD66-1257-428E-2C9A-E92BB94B5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8575" y="2366343"/>
            <a:ext cx="2433638" cy="243363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7A81BE2-61D0-70D2-0524-C2B2D21F1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" y="4816671"/>
            <a:ext cx="190500" cy="2286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6B4BB8F-4763-EE8D-B86D-17F56D54D6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" y="5710127"/>
            <a:ext cx="190500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E76CE60-70F0-036D-5E0C-1A51AF18D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" y="6003474"/>
            <a:ext cx="190500" cy="19050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D3DF0A0-0753-D236-4B07-B3033700F73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bg1"/>
                </a:solidFill>
                <a:latin typeface="Fira Sans SemiBold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nl-NL" sz="4000" noProof="0" dirty="0">
                <a:latin typeface="Fira Sans SemiBold"/>
              </a:rPr>
              <a:t>Dank voor jullie aandacht</a:t>
            </a:r>
            <a:endParaRPr lang="nl-NL" sz="4000" noProof="0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32F60832-2A0E-6F68-5103-009F7A9DC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750" y="521907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127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FTV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C9005C"/>
      </a:accent1>
      <a:accent2>
        <a:srgbClr val="D42B1D"/>
      </a:accent2>
      <a:accent3>
        <a:srgbClr val="E17000"/>
      </a:accent3>
      <a:accent4>
        <a:srgbClr val="FEB613"/>
      </a:accent4>
      <a:accent5>
        <a:srgbClr val="F9E11E"/>
      </a:accent5>
      <a:accent6>
        <a:srgbClr val="673226"/>
      </a:accent6>
      <a:hlink>
        <a:srgbClr val="00689A"/>
      </a:hlink>
      <a:folHlink>
        <a:srgbClr val="007AC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3F13B662AB0D4C89228AAB09536723" ma:contentTypeVersion="14" ma:contentTypeDescription="Een nieuw document maken." ma:contentTypeScope="" ma:versionID="c2315736be5e1539811617337cdf8727">
  <xsd:schema xmlns:xsd="http://www.w3.org/2001/XMLSchema" xmlns:xs="http://www.w3.org/2001/XMLSchema" xmlns:p="http://schemas.microsoft.com/office/2006/metadata/properties" xmlns:ns2="51e72e7f-3f03-4b36-939e-4e1d8b546757" xmlns:ns3="c9fd5ebf-977d-42d6-9a97-5a76dcb1d273" targetNamespace="http://schemas.microsoft.com/office/2006/metadata/properties" ma:root="true" ma:fieldsID="91a6cfc75ba22f8c13f628123f8e0cf9" ns2:_="" ns3:_="">
    <xsd:import namespace="51e72e7f-3f03-4b36-939e-4e1d8b546757"/>
    <xsd:import namespace="c9fd5ebf-977d-42d6-9a97-5a76dcb1d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e72e7f-3f03-4b36-939e-4e1d8b5467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a99bed0e-432a-4091-b929-67b863917b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d5ebf-977d-42d6-9a97-5a76dcb1d2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e2176f6-ab18-474f-a3b8-f58d8c9f2dfa}" ma:internalName="TaxCatchAll" ma:showField="CatchAllData" ma:web="c9fd5ebf-977d-42d6-9a97-5a76dcb1d2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e72e7f-3f03-4b36-939e-4e1d8b546757">
      <Terms xmlns="http://schemas.microsoft.com/office/infopath/2007/PartnerControls"/>
    </lcf76f155ced4ddcb4097134ff3c332f>
    <TaxCatchAll xmlns="c9fd5ebf-977d-42d6-9a97-5a76dcb1d273" xsi:nil="true"/>
  </documentManagement>
</p:properties>
</file>

<file path=customXml/itemProps1.xml><?xml version="1.0" encoding="utf-8"?>
<ds:datastoreItem xmlns:ds="http://schemas.openxmlformats.org/officeDocument/2006/customXml" ds:itemID="{A04D3E69-DDAD-4531-9C19-0B52F8215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e72e7f-3f03-4b36-939e-4e1d8b546757"/>
    <ds:schemaRef ds:uri="c9fd5ebf-977d-42d6-9a97-5a76dcb1d2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88D7C4-C7CA-4969-BB05-63BEEA217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638718-5E01-438B-931A-6BE2CF72C9CD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51e72e7f-3f03-4b36-939e-4e1d8b546757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9fd5ebf-977d-42d6-9a97-5a76dcb1d27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16449</TotalTime>
  <Words>307</Words>
  <Application>Microsoft Macintosh PowerPoint</Application>
  <PresentationFormat>Breedbeeld</PresentationFormat>
  <Paragraphs>100</Paragraphs>
  <Slides>16</Slides>
  <Notes>16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4" baseType="lpstr">
      <vt:lpstr>Aptos</vt:lpstr>
      <vt:lpstr>Arial</vt:lpstr>
      <vt:lpstr>Fira Mono</vt:lpstr>
      <vt:lpstr>Fira Sans</vt:lpstr>
      <vt:lpstr>Fira Sans Light</vt:lpstr>
      <vt:lpstr>Fira Sans Medium</vt:lpstr>
      <vt:lpstr>Fira Sans SemiBold</vt:lpstr>
      <vt:lpstr>Kantoorthema</vt:lpstr>
      <vt:lpstr>Update Federatieve toegangsverlening</vt:lpstr>
      <vt:lpstr>Waar gaat het ook alweer over?</vt:lpstr>
      <vt:lpstr>Doelstellingen</vt:lpstr>
      <vt:lpstr>Oplossing: ontkoppel autorisatie</vt:lpstr>
      <vt:lpstr>Standaardisatie op drie vlakken</vt:lpstr>
      <vt:lpstr>Benodigde functies: OpenFTV</vt:lpstr>
      <vt:lpstr>Voortgang</vt:lpstr>
      <vt:lpstr>Status team</vt:lpstr>
      <vt:lpstr>Status standaarden</vt:lpstr>
      <vt:lpstr>Status OpenFTV – MVP eind 2025</vt:lpstr>
      <vt:lpstr>Status pilots</vt:lpstr>
      <vt:lpstr>Roadmap 2026</vt:lpstr>
      <vt:lpstr>Doelstelling standaarden</vt:lpstr>
      <vt:lpstr>Doelstelling OpenFTV</vt:lpstr>
      <vt:lpstr>Vooruitzichten pilots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René Vendrig</dc:creator>
  <cp:lastModifiedBy>Marc de Boer</cp:lastModifiedBy>
  <cp:revision>43</cp:revision>
  <dcterms:created xsi:type="dcterms:W3CDTF">2025-04-02T07:23:10Z</dcterms:created>
  <dcterms:modified xsi:type="dcterms:W3CDTF">2026-04-01T19:28:28Z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0x010100FC3F13B662AB0D4C89228AAB09536723</vt:lpwstr>
  </property>
  <property fmtid="{D5CDD505-2E9C-101B-9397-08002B2CF9AE}" pid="3" name="MediaServiceImageTags">
    <vt:lpwstr/>
  </property>
</Properties>
</file>